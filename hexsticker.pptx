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66"/>
    <p:restoredTop sz="94643"/>
  </p:normalViewPr>
  <p:slideViewPr>
    <p:cSldViewPr snapToGrid="0" snapToObjects="1">
      <p:cViewPr>
        <p:scale>
          <a:sx n="150" d="100"/>
          <a:sy n="150" d="100"/>
        </p:scale>
        <p:origin x="-714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4:55:43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4:55:47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1 634 24575,'38'-3'0,"1"-2"0,-1-2 0,0-2 0,-1-1 0,42-17 0,-33 12 0,11-4 0,-2-3 0,-1-1 0,0-3 0,-2-3 0,-1-1 0,49-40 0,108-88 0,-186 145 0,1 2 0,0 1 0,0 1 0,1 1 0,25-6 0,-48 14 0,40-11 0,56-19 0,-60 18 0,1 1 0,49-7 0,-29 6 0,12 2 0,0 2 0,1 4 0,111 7 0,-41 0 0,-84-2 0,103 13 0,-131-9 0,0 2 0,0 1 0,-1 1 0,0 1 0,34 19 0,58 36 0,-64-32 0,1-3 0,2-2 0,88 28 0,214 79 0,-60-18 0,-242-98 0,95 19 0,-71-23 0,-1 5 0,109 40 0,-156-49 0,0-2 0,62 7 0,19 5 0,232 49 0,-226-62 0,140-9 0,-92-2 0,-84 2 0,-1-3 0,0-4 0,141-33 0,-196 32 0,41-19 0,-3 1 0,-35 14 0,61-35 0,-62 30 0,58-23 0,-59 28-14,1-2 0,-2-1 0,56-39 0,-25 15-1295,-43 29-5517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0:27.560"/>
    </inkml:context>
    <inkml:brush xml:id="br0">
      <inkml:brushProperty name="width" value="0.025" units="cm"/>
      <inkml:brushProperty name="height" value="0.025" units="cm"/>
      <inkml:brushProperty name="color" value="#000066"/>
    </inkml:brush>
  </inkml:definitions>
  <inkml:trace contextRef="#ctx0" brushRef="#br0">6521 328 24575,'-3'-3'0,"1"0"0,-1-1 0,0 1 0,1 0 0,-1 0 0,-1 0 0,1 1 0,0-1 0,-1 1 0,1 0 0,-1 0 0,-6-3 0,-2-1 0,-34-25 0,-2 2 0,-1 3 0,-57-22 0,-116-37 0,181 74 0,-1 2 0,0 2 0,0 1 0,-77 0 0,-89-7 0,-23 0 0,104 13 0,-241 32 0,259-8 0,-113 40 0,177-50 0,-435 155 0,380-133 0,-48 19 0,95-33 0,-61 14 0,18-5 0,-6-1 0,-112 19 0,73-19 0,-21 10 0,128-31 0,-69 9 0,15-4 0,-196 23 0,53-11 0,74-8 0,99-13 0,-110 22 0,-49 13 0,82-18 0,22-6 0,77-12 0,0 1 0,0 1 0,1 3 0,-57 20 0,-137 74 0,182-81 0,1 2 0,1 2 0,2 2 0,0 2 0,2 1 0,-42 43 0,61-53 0,-1-2 0,0 0 0,-2-2 0,0 0 0,0-2 0,-2-1 0,-28 11 0,-89 45-1365,129-64-5461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0:42.830"/>
    </inkml:context>
    <inkml:brush xml:id="br0">
      <inkml:brushProperty name="width" value="0.1" units="cm"/>
      <inkml:brushProperty name="height" value="0.1" units="cm"/>
      <inkml:brushProperty name="color" value="#000066"/>
    </inkml:brush>
  </inkml:definitions>
  <inkml:trace contextRef="#ctx0" brushRef="#br0">682 0 24575,'-7'1'0,"-1"-1"0,1 1 0,0 0 0,-1 1 0,1 0 0,0 0 0,0 0 0,0 1 0,0 0 0,0 1 0,1-1 0,-8 7 0,-20 9 0,18-11 0,1 2 0,0-1 0,0 2 0,1 0 0,1 0 0,0 2 0,-17 19 0,6-3 0,13-14 0,-1-1 0,0 0 0,0-1 0,-2-1 0,0 0 0,0 0 0,-25 14 0,29-23 0,1-1 0,-1 0 0,1-1 0,-1 0 0,0-1 0,1 0 0,-1 0 0,0-1 0,1 0 0,-16-4 0,-38-2 0,44 7 0,17 0 0,-1-1 0,1 1 0,-1 0 0,1 0 0,0 0 0,-1 1 0,1-1 0,-1 0 0,1 1 0,-1 0 0,1-1 0,-3 3 0,4-2 0,-1 1 0,1 0 0,0-1 0,1 1 0,-1 0 0,0 0 0,0 0 0,1-1 0,-1 1 0,1 0 0,-1 0 0,1 0 0,0 0 0,0 0 0,0 0 0,0 0 0,0 0 0,1 4 0,1 18 0,2 0 0,10 42 0,1-1 0,-11-28 0,-2 0 0,-4 69 0,-1-23 0,3-79 0,-3 39 0,-5-33 0,7-10 0,0 0 0,0 0 0,0-1 0,0 1 0,1-1 0,-1 1 0,0-1 0,0 1 0,0-1 0,0 1 0,1-1 0,-1 0 0,0 1 0,0-1 0,1 0 0,-1 1 0,1-1 0,-1 0 0,0-1 0,-3-4 0,0-1 0,1 0 0,0 1 0,0-1 0,1 0 0,-1 0 0,1-1 0,1 1 0,0 0 0,-1-14 0,4-76 0,7-27-1365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0:46.518"/>
    </inkml:context>
    <inkml:brush xml:id="br0">
      <inkml:brushProperty name="width" value="0.1" units="cm"/>
      <inkml:brushProperty name="height" value="0.1" units="cm"/>
      <inkml:brushProperty name="color" value="#000066"/>
    </inkml:brush>
  </inkml:definitions>
  <inkml:trace contextRef="#ctx0" brushRef="#br0">1 189 24575,'5'96'0,"-5"-95"0,0 0 0,-1 0 0,1-1 0,0 1 0,0 0 0,0 0 0,0 0 0,0 0 0,0-1 0,0 1 0,1 0 0,-1 0 0,0 0 0,0 0 0,1-1 0,-1 1 0,0 0 0,1 0 0,-1-1 0,1 1 0,0 0 0,19 1 0,-16-2 0,9-2 0,1 0 0,-1 0 0,0-2 0,0 0 0,0 0 0,21-11 0,-17 7 0,0 1 0,33-8 0,-33 10 0,0-1 0,-1-1 0,0 0 0,0-1 0,-1-1 0,0 0 0,22-19 0,33-19 0,0 4 10,-41 24-468,1 1-1,41-18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0:51.632"/>
    </inkml:context>
    <inkml:brush xml:id="br0">
      <inkml:brushProperty name="width" value="0.1" units="cm"/>
      <inkml:brushProperty name="height" value="0.1" units="cm"/>
      <inkml:brushProperty name="color" value="#000066"/>
    </inkml:brush>
  </inkml:definitions>
  <inkml:trace contextRef="#ctx0" brushRef="#br0">1 498 24575,'0'-3'0,"1"-1"0,0 1 0,0 0 0,0-1 0,0 1 0,1 0 0,-1 0 0,1 0 0,0 0 0,0 0 0,0 0 0,1 0 0,-1 1 0,4-4 0,39-33 0,-44 38 0,108-81 0,-58 47 0,-30 19 0,2 1 0,0 0 0,43-18 0,88-35 0,-70 37 0,-65 25 0,0 0 0,0 2 0,39-5 0,31-7 0,77-18 0,-109 24 0,33-3 0,0 3 0,1 4 0,124 8 0,-188-1 0,1 1 0,-1 2 0,0 0 0,30 10 0,30 8-1365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0:58.650"/>
    </inkml:context>
    <inkml:brush xml:id="br0">
      <inkml:brushProperty name="width" value="0.1" units="cm"/>
      <inkml:brushProperty name="height" value="0.1" units="cm"/>
      <inkml:brushProperty name="color" value="#000066"/>
    </inkml:brush>
  </inkml:definitions>
  <inkml:trace contextRef="#ctx0" brushRef="#br0">1411 30 24575,'76'-1'0,"78"2"0,-106 2 0,-17-2 0,60 10 0,-145-20 0,34 3 0,1 1 0,-1 1 0,0 0 0,-1 2 0,1 1 0,0 0 0,0 1 0,-1 1 0,-29 6 0,23-4 0,0-2 0,0-1 0,-1-1 0,-47-9 0,36 5 0,-50-1 0,-1 6 0,45-2 0,-1 2 0,0 2 0,-87 16 0,60 5 0,1 3 0,-95 49 0,118-51 0,-54 23 0,-194 98 0,290-141-92,-3 1-49,1 0-1,0 0 1,0 1-1,0 0 1,1 1-1,0 0 1,0 0-1,-8 11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14.192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76 658 24575,'0'5'0,"-1"0"0,1 0 0,-1 0 0,-1 0 0,1-1 0,-1 1 0,1 0 0,-4 4 0,3-5 0,0 1 0,0 0 0,0-1 0,1 1 0,-1 0 0,1 0 0,1 0 0,-2 9 0,2-13 0,0 0 0,0 0 0,-1 0 0,1 0 0,0 0 0,-1 0 0,1 0 0,-1 0 0,1 0 0,-1 0 0,1 0 0,-1 0 0,0-1 0,0 1 0,1 0 0,-1 0 0,0-1 0,0 1 0,0 0 0,0-1 0,0 1 0,0-1 0,0 1 0,0-1 0,0 1 0,0-1 0,0 0 0,0 0 0,0 1 0,0-1 0,0 0 0,-2 0 0,2 0 0,0-1 0,0 1 0,0 0 0,1 0 0,-1 0 0,0 0 0,0 0 0,0 1 0,1-1 0,-1 0 0,0 0 0,0 0 0,1 1 0,-1-1 0,0 0 0,1 1 0,-1-1 0,0 1 0,1-1 0,-1 1 0,0-1 0,1 1 0,-1-1 0,1 1 0,-1-1 0,1 1 0,-1 0 0,1-1 0,0 1 0,-1 0 0,1-1 0,0 1 0,-1 0 0,1 0 0,0 0 0,0-1 0,0 1 0,0 0 0,-1 0 0,1-1 0,0 1 0,1 0 0,-1 0 0,0 0 0,0-1 0,0 1 0,0 0 0,1 0 0,-1-1 0,0 1 0,1 0 0,-1-1 0,1 2 0,-1-2 0,1 1 0,0-1 0,-1 0 0,1 1 0,0-1 0,-1 0 0,1 1 0,0-1 0,0 0 0,-1 0 0,1 0 0,0 0 0,-1 0 0,1 0 0,0 0 0,0 0 0,-1 0 0,1 0 0,0 0 0,0 0 0,-1-1 0,1 1 0,0 0 0,-1 0 0,1-1 0,0 1 0,-1-1 0,1 1 0,0 0 0,-1-1 0,1 0 0,30-19 0,-23 14 0,34-23 0,-33 22 0,1 0 0,0 1 0,0 0 0,0 0 0,1 1 0,12-4 0,-21 9 0,0-1 0,0 1 0,0-1 0,0 1 0,0-1 0,-1 0 0,1 0 0,0 0 0,0 0 0,-1 0 0,1 0 0,0 0 0,-1 0 0,1-1 0,-1 1 0,0 0 0,1-1 0,-1 0 0,0 1 0,0-1 0,0 0 0,0 1 0,0-1 0,0 0 0,0-3 0,-1 3 0,-1 0 0,1 0 0,-1 0 0,1 0 0,-1 0 0,0 1 0,0-1 0,0 0 0,0 0 0,0 1 0,0-1 0,-1 1 0,1-1 0,-1 1 0,1 0 0,-1-1 0,1 1 0,-1 0 0,1 0 0,-1 0 0,0 0 0,0 0 0,0 0 0,1 1 0,-4-1 0,-35-17 0,27 11 0,-1 1 0,0 0 0,-1 1 0,0 1 0,1 0 0,-19-2 0,32 6 0,0-1 0,0 0 0,0 0 0,0 0 0,0 1 0,0-1 0,0 0 0,0 0 0,0 0 0,0-1 0,0 1 0,0 0 0,1 0 0,-1 0 0,0-1 0,1 1 0,-1 0 0,1-1 0,0 1 0,-1 0 0,1-1 0,0 1 0,0 0 0,0-1 0,0 1 0,0-1 0,0 1 0,0 0 0,0-1 0,1 1 0,0-2 0,-1-1 0,0 1 0,0 0 0,1-1 0,-1 1 0,1 0 0,0 0 0,0-1 0,1 1 0,-1 0 0,0 0 0,1 0 0,4-5 0,100-54 0,-18 4 0,-14 8 0,35-20 0,-102 64 0,-16 7 0,-17 11 0,-37 28 0,41-27 0,20-11 0,1-1 0,-1 1 0,0 0 0,1-1 0,-1 1 0,1 0 0,-1 0 0,1 0 0,0 0 0,0 0 0,0 1 0,0-1 0,0 0 0,0 0 0,1 1 0,-1 1 0,-12 25 0,30-49 0,-13 14 0,1 0 0,0 0 0,0 1 0,0 0 0,1 0 0,-1 0 0,1 1 0,0-1 0,1 1 0,-1 1 0,1-1 0,0 1 0,7-2 0,-2 2 0,0-1 0,-1-1 0,1 1 0,-1-2 0,0 0 0,-1 0 0,1-1 0,12-11 0,-5 7 0,-4 1 0,-15 10 0,1-1 0,-1 1 0,0-1 0,1 1 0,-1-1 0,0 1 0,1 0 0,-1-1 0,0 1 0,0 0 0,1 0 0,-1 0 0,0 0 0,0-1 0,1 1 0,-1 0 0,0 0 0,0 0 0,1 0 0,-1 1 0,0-1 0,0 0 0,0 0 0,0 1 0,47-43 0,-17 27 0,0 2 0,55-18 0,-59 23 0,-7 3 0,0 1 0,0 0 0,24 0 0,-23 2 0,0-1 0,33-8 0,-15 2 0,40-6 0,-52 11 0,148-23 0,-68 17-1365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26.779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0 73 24470,'701'-73'0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30.168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1 392 24575,'67'-4'0,"0"-2"0,94-22 0,-124 21 0,71-24 0,-62 16 0,22-6 0,4-2 0,85-16 0,-124 31 0,55-19 0,4-3 0,-65 23 0,-1-2 0,0 0 0,0-2 0,-1-1 0,43-27 0,-51 29 0,1 1 0,1 1 0,31-9 0,-17 6 0,10 0-1365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02.444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1 14 24575,'83'-14'0,"-37"17"0,47 8 0,-197-18 0,91 9 0,15 3 0,22 2 0,110-1 0,-124-4 27,-1 0 0,1 0 0,0 1-1,11 5 1,25 7-1526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11.649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1 662 24575,'9'-1'0,"0"1"0,0 1 0,1 0 0,-1 0 0,0 0 0,0 1 0,0 1 0,0 0 0,-1 0 0,16 8 0,119 53 0,-129-59 0,0 0 0,0-1 0,1-1 0,24 3 0,18 4 0,7 2 0,0-4 0,0-3 0,0-2 0,78-7 0,-118 3 0,60-6 0,143-30 0,-109 15 0,139-8 0,-172 24 0,-1-4 0,147-37 0,-177 28 0,63-31 0,36-14 0,-136 59 0,-3 1 0,-1 0 0,0-1 0,0 0 0,-1-1 0,1-1 0,13-9 0,-26 16 0,0-1 0,0 1 0,-1 0 0,1-1 0,0 1 0,0 0 0,0-1 0,0 1 0,0 0 0,-1-1 0,1 1 0,0 0 0,0 0 0,0-1 0,-1 1 0,1 0 0,0 0 0,-1-1 0,1 1 0,0 0 0,0 0 0,-1 0 0,1 0 0,0 0 0,-1-1 0,1 1 0,0 0 0,-1 0 0,1 0 0,0 0 0,-1 0 0,1 0 0,0 0 0,-1 0 0,1 0 0,0 0 0,-1 0 0,1 0 0,0 0 0,-1 1 0,1-1 0,0 0 0,-1 0 0,1 0 0,-25-1 0,-218 21 0,38-2 0,-146 13 0,563-80 0,26 6 0,279-66 0,-506 106 0,-5 2 0,0-1 0,0 0 0,0 0 0,0 0 0,-1-1 0,1 0 0,-1 0 0,6-4 0,-11 7 0,0 0 0,0 0 0,1 0 0,-1 0 0,0 0 0,0 0 0,0 0 0,0-1 0,0 1 0,0 0 0,1 0 0,-1 0 0,0 0 0,0 0 0,0 0 0,0 0 0,0 0 0,0-1 0,0 1 0,0 0 0,0 0 0,0 0 0,0 0 0,0 0 0,0 0 0,0-1 0,0 1 0,0 0 0,0 0 0,0 0 0,0 0 0,0 0 0,0-1 0,0 1 0,0 0 0,0 0 0,0 0 0,0 0 0,0 0 0,0-1 0,0 1 0,0 0 0,0 0 0,0 0 0,0 0 0,0 0 0,0 0 0,-1 0 0,1 0 0,0-1 0,0 1 0,0 0 0,0 0 0,0 0 0,0 0 0,0 0 0,-1 0 0,-12-2 0,-16 3 0,-35 7 0,2 2 0,-1 3 0,-99 35 0,158-44 0,15-3 0,22-2 0,216-14 0,422-42 0,-639 50 0,0-1 0,-1-1 0,0-2 0,34-17 0,31-11 0,15-11 0,-47 26 0,-59 23 0,-1-1 0,0 0 0,0 0 0,0 0 0,0-1 0,0 1 0,0-1 0,0 0 0,-1 0 0,0 0 0,1-1 0,-1 1 0,-1-1 0,1 1 0,0-1 0,-1 0 0,0 0 0,0 0 0,0-1 0,0 1 0,1-7 0,22-37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21.423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0 0 24540,'0'1390'0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38.946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1370 0 24575,'27'4'0,"-27"-4"0,0 1 0,0 0 0,-1 0 0,1-1 0,0 1 0,0 0 0,-1 0 0,1-1 0,0 1 0,-1 0 0,1-1 0,-1 1 0,1 0 0,-1-1 0,1 1 0,-1-1 0,1 1 0,-1-1 0,0 1 0,1-1 0,-1 1 0,0-1 0,1 0 0,-1 1 0,0-1 0,1 0 0,-1 0 0,0 1 0,-1-1 0,-39 21 0,-1-2 0,-69 22 0,53-20 0,33-14 0,0-1 0,0-2 0,-48 4 0,-7 1 0,33-4 0,0-2 0,-76-6 0,28 1 0,71 1 0,1-1 0,0-2 0,-1 0 0,-37-12 0,49 14 0,-1 0 0,0 2 0,-25 0 0,7 3 0,25-2 0,7 1 0,26 9 0,-26-11 0,-1 0 0,1 0 0,0 1 0,0-1 0,0 1 0,0-1 0,0 1 0,-1-1 0,1 1 0,0-1 0,0 1 0,-1 0 0,1-1 0,-1 1 0,1 0 0,0 0 0,-1-1 0,1 1 0,-1 0 0,0 0 0,1 0 0,-1 0 0,0-1 0,1 1 0,-1 0 0,0 2 0,-13 0 0,12-4 0,13 0 0,40 1 0,-48 0 0,-6 0 0,-28 0 0,-10 1 0,9 0 0,-1-2 0,1 0 0,-36-8 0,0-10 12,53 13-242,-1 2 1,0 0-1,0 0 1,0 2-1,-30-3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44.848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2303 795 24575,'-8'-1'0,"0"0"0,0-1 0,-1 0 0,1 0 0,1-1 0,-1 0 0,-13-6 0,-33-11 0,-157-38 0,97 24 0,45 14 0,-289-70 0,326 82 0,1-1 0,0-1 0,-32-16 0,-4-1 0,-205-57 0,53 19 0,126 35 0,-99-38 0,38-17 0,-13 3 0,69 26-1365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38.265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0 0 24575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38.846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1 0 24575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39.413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0 0 24575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42.196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744 0 24575,'-17'2'0,"0"0"0,0 1 0,0 1 0,1 1 0,-32 12 0,-15 5 0,-42 5-341,-1-4 0,-1-5-1,-123 5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49.469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0 251 24575,'3'-2'0,"0"1"0,0-1 0,0 0 0,0 1 0,0 0 0,0 0 0,0 0 0,1 0 0,-1 0 0,0 0 0,1 1 0,4 0 0,2-2 0,33-11 0,80-36 0,-84 32 0,58-13 0,-20 8 0,29-5 0,-68 18 0,230-31 0,-205 33 0,190-7 0,-106 9 0,86 3 0,-198 7 0,65 17 0,-72-15 0,171 55 0,-132-38 0,-49-17 0,0 1 0,25 15 0,19 10 0,-54-30 0,0 1 0,1 1 0,-2-1 0,1 1 0,9 8 0,-17-13 3,1 0 0,-1 0 0,0 0-1,1 0 1,-1 0 0,0 0 0,1 0 0,-1 0-1,0 0 1,1 0 0,-1 0 0,0 0-1,1 0 1,-1 0 0,0-1 0,0 1 0,1 0-1,-1 0 1,0 0 0,0-1 0,1 1-1,-1 0 1,0 0 0,0-1 0,0 1 0,1 0-1,-1 0 1,0-1 0,0 1 0,0 0-1,0-1 1,0 1 0,1 0 0,-1 0 0,0-1-1,0 0 1,3-3-150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50.387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1307 0 24575,'-3'2'0,"-1"0"0,1-1 0,-1 1 0,1-1 0,-1 1 0,1-1 0,-1-1 0,0 1 0,-5 0 0,6 0 0,-66 10 0,-105 2 0,116-10 0,-501 59 0,414-41 0,-113 24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53.034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4278 0 24575,'-201'52'0,"136"-39"0,-97 35 0,86-20 0,-78 19 0,59-19 0,-126 54 0,-49 17 0,134-64 0,-1-6 0,-239 19 0,268-41 0,-144 14 0,194-13 0,0 3 0,-75 24 0,128-34 0,-88 31 0,0-5 0,-140 22 0,169-45 0,-123-8 0,48-1 0,36 6 0,0 5 0,-162 31 0,192-21 0,-116 43 0,7 9 0,135-47-1365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47.987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0 1 24575,'2'0'0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49.067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1 1 24575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49.635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0 1 24575,'1'0'0,"1"1"0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50.094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1 0 24575,'0'1'0,"0"2"0,0 1 0,0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50.368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1 1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52.870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1 0 24575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2:55.880"/>
    </inkml:context>
    <inkml:brush xml:id="br0">
      <inkml:brushProperty name="width" value="0.35" units="cm"/>
      <inkml:brushProperty name="height" value="0.35" units="cm"/>
      <inkml:brushProperty name="color" value="#000066"/>
    </inkml:brush>
  </inkml:definitions>
  <inkml:trace contextRef="#ctx0" brushRef="#br0">1 549 24575,'4'-2'0,"0"1"0,1-1 0,-1 1 0,0 1 0,1-1 0,-1 1 0,0-1 0,1 1 0,5 1 0,-6-1 0,278 13 0,-221-15 0,1-3 0,-1-2 0,-1-3 0,0-3 0,102-35 0,6-14 0,306-161 0,-399 184 0,1 4 0,3 3 0,0 3 0,89-20 0,-165 49 0,-1 0 0,1 0 0,0 0 0,-1 0 0,1 1 0,-1-1 0,1 1 0,-1 0 0,1-1 0,-1 1 0,1 0 0,-1 1 0,0-1 0,1 0 0,-1 1 0,2 1 0,41 35 0,-23-18 0,-11-11 0,-1 2 0,0-1 0,-1 2 0,0-1 0,0 1 0,-1 0 0,-1 1 0,0 0 0,-1 0 0,0 0 0,7 28 0,-5-10 0,-1 1 0,-2 0 0,-1 0 0,0 42 0,-4-69 0,0 0 0,0 0 0,0 1 0,0-1 0,-1 0 0,0 0 0,0 0 0,0 0 0,-3 6 0,3-9 0,-1-1 0,1 1 0,-1 0 0,0-1 0,0 1 0,0-1 0,0 1 0,0-1 0,0 0 0,0 0 0,0 0 0,0 0 0,0 0 0,-1 0 0,1-1 0,0 1 0,0-1 0,-1 1 0,1-1 0,-1 0 0,-4 0 0,-78 5 0,-1 4 0,2 4 0,-1 3 0,-138 47 0,194-54 0,0-2 0,0 0 0,0-2 0,-1-1 0,-49 0 0,-153-17 0,82 1 0,149 13 0,0-1 0,0 0 0,-1 0 0,1 0 0,0 0 0,0 0 0,0 0 0,-1 0 0,1-1 0,0 1 0,0 0 0,0-1 0,0 1 0,-1 0 0,1-1 0,0 0 0,0 1 0,-2-2 0,18-9 0,49-9 0,-59 18 0,270-70 0,454-58 0,-665 121 0,0-3 0,109-37 0,-253 106 0,3-10 0,-68 46 0,123-77 0,1 2 0,0 0 0,1 0 0,-19 24 0,13 0 0,24-37 0,0 0 0,-1 0 0,1 0 0,-1-1 0,-1 1 0,1-1 0,0 0 0,-1 0 0,0 0 0,0-1 0,0 1 0,-1-1 0,-4 3 0,-3 0 0,-1-1 0,0 0 0,1-1 0,-18 4 0,7-2 0,76 9 0,141 5-1365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3:06.216"/>
    </inkml:context>
    <inkml:brush xml:id="br0">
      <inkml:brushProperty name="width" value="0.35" units="cm"/>
      <inkml:brushProperty name="height" value="0.35" units="cm"/>
      <inkml:brushProperty name="color" value="#080808"/>
    </inkml:brush>
  </inkml:definitions>
  <inkml:trace contextRef="#ctx0" brushRef="#br0">1 392 24575,'0'1'0,"0"0"0,0-1 0,-1 1 0,1 0 0,0-1 0,0 1 0,0 0 0,1-1 0,-1 1 0,0 0 0,0-1 0,0 1 0,0-1 0,1 1 0,-1 0 0,0-1 0,0 1 0,1-1 0,-1 1 0,1-1 0,-1 1 0,0-1 0,1 1 0,-1-1 0,1 1 0,-1-1 0,1 1 0,-1-1 0,1 0 0,0 1 0,-1-1 0,1 0 0,-1 0 0,1 1 0,0-1 0,-1 0 0,1 0 0,0 0 0,-1 0 0,1 0 0,0 0 0,-1 0 0,1 0 0,0 0 0,-1 0 0,1 0 0,-1 0 0,1 0 0,0-1 0,-1 1 0,2 0 0,43-23 0,-5 3 0,-18 15 0,0-1 0,0-2 0,-1 0 0,0-1 0,-1-1 0,28-18 0,27-12 0,-62 33 0,18-7 0,-2-2 0,46-31 0,62-41 0,-103 71 0,-27 14 0,0 1 0,0-2 0,0 1 0,-1-1 0,0 0 0,0 0 0,0-1 0,0 0 0,6-7 0,-12 11-26,0 1 0,1-1-1,-1 1 1,0-1 0,0 0 0,0 1-1,0-1 1,0 1 0,0-1 0,0 1-1,0-1 1,0 1 0,-1-1 0,1 0-1,0 1 1,0-1 0,0 1 0,0-1-1,-1 1 1,1-1 0,0 1 0,-1-1-1,1 1 1,0 0 0,-1-1 0,1 1-1,-1-1 1,1 1 0,0 0 0,-1-1-1,1 1 1,-1 0 0,1 0 0,-1-1-1,1 1 1,-1 0 0,0 0 0,1 0-1,-1-1 1,1 1 0,-1 0 0,1 0-1,-1 0 1,1 0 0,-1 0 0,0 0-1,1 0 1,-1 1 0,1-1-1,-1 0 1,0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3:09.224"/>
    </inkml:context>
    <inkml:brush xml:id="br0">
      <inkml:brushProperty name="width" value="0.35" units="cm"/>
      <inkml:brushProperty name="height" value="0.35" units="cm"/>
      <inkml:brushProperty name="color" value="#080808"/>
    </inkml:brush>
  </inkml:definitions>
  <inkml:trace contextRef="#ctx0" brushRef="#br0">886 0 24499,'-886'463'0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3:39.86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24541,'0'775'0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3:47.3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1129 24575,'2'5'0,"0"1"0,1-2 0,0 1 0,0 0 0,0 0 0,0-1 0,1 0 0,0 0 0,0 0 0,0 0 0,0-1 0,6 4 0,2 4 0,8 7 0,0-1 0,1 0 0,1-2 0,0-1 0,1 0 0,1-2 0,0 0 0,27 8 0,-36-14 0,-1 0 0,0 2 0,23 15 0,25 13 0,165 67 0,-142-59 0,-53-25 0,1-2 0,1-2 0,0 0 0,1-3 0,58 14 0,5-14 0,182-2 0,-177-10 0,50-7 0,-69 1 0,-68 3 0,-12-2 0,-25-11 0,-47-12 0,65 27 0,-288-90 0,-50-19 0,116 25 0,-55-24 0,250 96 0,-43-24 0,62 29 0,0 1 0,1-1 0,0-1 0,0 0 0,1 0 0,-14-20 0,1-2 0,2-1 0,1-1 0,1-1 0,2 0 0,1-2 0,2 0 0,-15-70 0,23 80 0,2 0 0,2 0 0,1-50 0,0-28 0,-2 97 0,0 0 0,0 1 0,0-1 0,-1 1 0,0 0 0,0 0 0,-1 0 0,0 0 0,0 1 0,0-1 0,-7-5 0,5 4 0,0-1 0,0 0 0,1 0 0,0 0 0,-4-10 0,1-2 0,4 13 0,1 0 0,0 0 0,0 0 0,0 0 0,1-1 0,1 1 0,-1-1 0,1 1 0,0-1 0,1 0 0,0 1 0,1-12 0,1 15 0,-1 1 0,2 1 0,-1-1 0,0 0 0,0 0 0,1 1 0,0-1 0,-1 1 0,1 0 0,0 0 0,0 0 0,0 0 0,1 1 0,-1-1 0,0 1 0,1 0 0,-1 0 0,0 0 0,1 0 0,-1 0 0,1 1 0,6-1 0,-4 1 0,0-2 0,0 1 0,0 0 0,-1-1 0,1 0 0,9-6 0,14-9 0,1 0 0,0 2 0,1 1 0,49-15 0,-28 16 0,-39 11 0,-1 0 0,1-2 0,-1 0 0,0 0 0,0-1 0,0 0 0,-1-1 0,15-10 0,-26 16-19,3-2-131,0 0 1,0 0-1,0 0 1,-1-1-1,1 1 1,-1-1-1,0 0 1,3-3-1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3:54.94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0 304 24521,'688'-303'0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08.80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75 17 24575,'96'-13'0,"-60"12"0,10 0 0,-37 2 0,-19 1 0,-66 4 0,52-5 0,0 1 0,1 1 0,-1 1 0,-25 8 0,48-12 0,0 1 0,0-1 0,1 1 0,-1-1 0,0 0 0,0 1 0,1-1 0,-1 0 0,0 1 0,0-1 0,0 0 0,0 0 0,0 0 0,1 0 0,-1 0 0,0 0 0,0 0 0,0 0 0,0 0 0,0 0 0,0 0 0,1-1 0,-1 1 0,0 0 0,0-1 0,0 1 0,1 0 0,-1-1 0,0 1 0,0-1 0,1 0 0,-1 1 0,1-1 0,-1 1 0,0-1 0,1 0 0,-1 1 0,1-1 0,-1 0 0,0-1 0,2 1 0,-1 0 0,0 0 0,1 0 0,-1 0 0,1-1 0,-1 1 0,1 0 0,-1 0 0,1 1 0,0-1 0,0 0 0,-1 0 0,1 0 0,0 0 0,0 1 0,0-1 0,0 0 0,0 1 0,0-1 0,0 1 0,0-1 0,0 1 0,0-1 0,0 1 0,0 0 0,1-1 0,-1 1 0,0 0 0,0 0 0,0 0 0,2 0 0,61-4 0,119 9 0,-39 0 0,-85-6 0,60 3 0,40 24 0,-144-22 0,1 1 0,-1 0 0,1 1 0,-1 1 0,23 14 0,-18-10 0,42 17 0,25 13 0,-69-35 0,-2 1 0,1 1 0,-1 0 0,0 1 0,20 15 0,1 0 0,-1-8-1365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17.15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24575,'19'15'0,"0"-1"0,1-1 0,1-1 0,-1 0 0,2-2 0,0 0 0,24 6 0,-30-9 0,9 2 0,-9-2 0,0 0 0,1-2 0,0 0 0,0-1 0,21 3 0,-16-4 0,-1 2 0,0 0 0,-1 1 0,35 16 0,-30-12 0,0-1 0,36 9 0,-33-11 0,0 0 0,28 14 0,-54-20 0,162 51 0,-93-28 0,-46-14 0,0-2 0,34 7 0,158 30 0,70 17 0,-121-21 0,-128-31 0,0-2 0,0-2 0,45 2 0,31 4 0,-40-8 0,-50-3 0,0 0 0,24 5 0,-12-2 0,68 1 0,-47-6 0,110-17 0,-42 10 0,-116 8 0,59-1 0,-12 1 0,83-11 0,-18-9 0,-105 15 0,0 0 0,0-2 0,27-15 0,-29 15 0,-1 0 0,2 0 0,-1 1 0,28-7 0,-8 9 0,-30 4 0,1 0 0,0-1 0,-1 1 0,1-1 0,-1 0 0,1-1 0,-1 1 0,0-1 0,0 1 0,1-1 0,-1-1 0,0 1 0,0 0 0,-1-1 0,6-5 0,27-29-60,-31 31-27,0-1 0,1 1 0,0 0 0,0 0 0,0 0 0,1 1 0,-1 0 0,1 0 0,1 1 0,-1 0 0,1 0 0,-1 0 0,1 1 0,8-2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20.1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139 0 24233,'-139'695'0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34.94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24563,'0'331'0,"2676"-331"0,-2676-331 0,-2676 331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31.71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5339 1151 24575,'-1'2'0,"0"1"0,1-1 0,-1 1 0,0-1 0,0 1 0,0-1 0,-1 0 0,1 1 0,-1-1 0,1 0 0,-1 0 0,0 0 0,1 0 0,-1 0 0,0-1 0,0 1 0,0 0 0,-1-1 0,-1 2 0,-56 29 0,36-19 0,10-7 0,1 0 0,-1 0 0,0-2 0,0 1 0,0-2 0,-1 0 0,0-1 0,1 0 0,-1-1 0,-19-1 0,-3-2 0,0-2 0,-69-16 0,105 20 0,0 0 0,0 0 0,0-1 0,0 1 0,0 0 0,0 0 0,0-1 0,1 1 0,-1 0 0,0-1 0,0 1 0,0-1 0,1 1 0,-1-1 0,0 0 0,0 1 0,1-1 0,-1 1 0,1-1 0,-1 0 0,0 0 0,1 1 0,-1-1 0,1 0 0,0 0 0,-1 0 0,1 0 0,-1-1 0,1 0 0,1 0 0,-1 0 0,0 1 0,1-1 0,-1 0 0,1 1 0,0-1 0,0 0 0,-1 1 0,1-1 0,0 1 0,0-1 0,3-2 0,46-41 0,-47 42 0,49-33 0,90-48 0,27-17 0,-164 97 0,-1 0 0,0 0 0,0-1 0,0 1 0,-1-1 0,1 0 0,-1 0 0,0 0 0,-1 0 0,1-1 0,-1 1 0,0-1 0,0 0 0,-1 1 0,0-1 0,0 0 0,1-6 0,-2 8 0,0 1 0,1 0 0,-1-1 0,0 1 0,-1-1 0,1 1 0,-1 0 0,1-1 0,-1 1 0,0 0 0,0 0 0,0-1 0,-1 1 0,1 0 0,-1 0 0,0 0 0,0 1 0,0-1 0,0 0 0,0 1 0,0-1 0,-1 1 0,1 0 0,-1 0 0,0 0 0,0 0 0,0 0 0,0 0 0,-6-2 0,-4 1 0,0 0 0,0 1 0,-1 0 0,1 1 0,-1 1 0,-20 1 0,-84 16 0,62-7 0,-32 3 0,-14 0 0,0 5 0,-108 34 0,203-48 0,12-1 0,27 0 0,48-2 0,393-13 0,-597 15 0,-728 83 0,352-27 0,498-60 0,11-1 0,32-7 0,61-10 0,407-34 0,-467 49 0,-34 0 0,-24-1 0,-27-2 0,-459-13 0,-2 34 0,272-6 0,-22 0 0,250-8 0,9 2 0,27 1 0,51 1 0,740-1 0,-2574 55-679,1557-39 679,-260 12 0,445-33 56,23-3 86,33-4 226,535-35-261,-391 35-101,-40 0-6,452-8 0,-594 18 0,-26 1 0,-34 0 0,-177 4 0,-679 96 0,436-41 0,429-56 0,1 2 0,-1 2 0,-55 19 0,63-16 0,8-2 0,-2 0 0,1-2 0,-2-1 0,1-1 0,-58 5 0,77-13 0,0-1 0,0 0 0,0 0 0,1-1 0,-1 0 0,1-1 0,0 1 0,0-2 0,1 1 0,-1-1 0,-6-7 0,-23-15 0,-119-68 0,-96-66 0,236 150 0,0-1 0,1-1 0,0 0 0,1-1 0,1 0 0,1-1 0,0-1 0,1 0 0,0 0 0,2-1 0,0 0 0,-6-21 0,14 36 0,0 1 0,1-1 0,-1 0 0,1 1 0,0-1 0,0 1 0,0-1 0,0 0 0,1 1 0,0-6 0,6 5 0,5 18 0,-2 5 0,-2 0 0,-1 1 0,0 0 0,-1 0 0,2 23 0,12 39 0,-23-127 0,4 15 0,-64-464 0,150 721 0,-8-51 0,-61-229 0,7-73 0,10-129 0,-32 241 0,3 13 0,9 27 0,9 43 0,9 62 0,20 173 0,-36-188 0,-14-105 0,-2-14 0,1-27 0,-3-50 0,-21-229 0,-1-53 0,23 360 0,-1 1 0,1-1 0,0 0 0,0 0 0,0 1 0,-1-1 0,1 0 0,0 0 0,0 0 0,0 1 0,1-1 0,-1 0 0,0 0 0,0 0 0,0 1 0,0-1 0,1 0 0,-1 0 0,0 1 0,1-1 0,-1 0 0,1 1 0,-1-1 0,0 0 0,1 1 0,0-1 0,0 0 0,13 16 0,16 49 0,-27-58 0,44 117 0,-5 1 0,30 158 0,9 27 0,-70-284 0,-10-25 0,-1 0 0,0 0 0,1 0 0,-1 0 0,0 0 0,0-1 0,1 1 0,-1 0 0,0 0 0,1 0 0,-1 0 0,0-1 0,0 1 0,0 0 0,1 0 0,-1-1 0,0 1 0,0 0 0,0 0 0,1-1 0,-1 1 0,0 0 0,0-1 0,0 1 0,0 0 0,0-1 0,0 1 0,0 0 0,0-1 0,0 1 0,0 0 0,0-1 0,0 1 0,0 0 0,0-1 0,0 1 0,0-1 0,2-58 0,-2 49 0,-6-266 0,-51-334 0,50 547 0,12 63 0,3 11 0,6 15 0,13 42 0,-3 1 0,25 119 0,4 145 0,-6-33 0,-43-545 0,7 48 0,-3 71 0,-14-231 0,4 337 0,2 29 0,5 34 0,42 171 0,78 313 0,-117-506 0,-3-27 0,-3-44 0,-2 49 0,5-828 0,-4 826 0,3 10 0,7 30 0,12 50 0,29 161 0,-29-123 0,70 214 0,-93-456 0,16-252 0,0 22 0,-17 346 0,1 0 0,0-1 0,0 1 0,0-1 0,0 1 0,0-1 0,0 1 0,0 0 0,0-1 0,0 1 0,0-1 0,1 1 0,-1-1 0,1 1 0,-1 0 0,1-1 0,0 1 0,-1 0 0,1 0 0,0 0 0,0-1 0,0 1 0,1-1 0,-1 2 0,0 1 0,1-1 0,-1 0 0,0 1 0,0-1 0,0 1 0,0 0 0,1-1 0,-1 1 0,0 0 0,0 0 0,-1-1 0,1 1 0,0 0 0,0 0 0,0 0 0,0 0 0,-1 0 0,2 2 0,34 64 0,-1 29 0,29 134 0,0 2 0,-28-120 0,-26-199 0,16-131 0,10-118 0,-32 311 0,1 33 0,4 42 0,48 430 0,-52-450 0,-3-53 0,-1-10 0,12-94 0,48-214 0,-61 340 0,0 1 0,0-1 0,0 1 0,0 0 0,0-1 0,0 1 0,0-1 0,0 1 0,0-1 0,1 1 0,-1-1 0,0 1 0,0 0 0,0-1 0,1 1 0,-1-1 0,0 1 0,0 0 0,1-1 0,-1 1 0,0 0 0,1-1 0,-1 1 0,0 0 0,1 0 0,-1-1 0,1 1 0,-1 0 0,0 0 0,1 0 0,-1-1 0,1 1 0,9 12 0,5 32 0,-14-40 0,73 302 0,-32-118 0,-19-89 0,-14-115 0,3-20 0,-11 31 0,136-394 0,-124 374 0,-12 25 0,-1 0 0,0-1 0,1 1 0,-1 0 0,0 0 0,0 0 0,1-1 0,-1 1 0,0 0 0,1 0 0,-1 0 0,0 0 0,1 0 0,-1 0 0,1 0 0,-1 0 0,0 0 0,1 0 0,-1 0 0,0 0 0,1 0 0,-1 0 0,0 0 0,1 0 0,-1 0 0,0 0 0,1 0 0,-1 1 0,0-1 0,1 0 0,-1 0 0,0 0 0,0 1 0,1-1 0,-1 1 0,4 3 0,-1 1 0,0 1 0,0-1 0,-1 0 0,0 1 0,3 6 0,81 258 0,-69-216 0,-13-85 0,14-50 0,-6 38 0,1 1 0,3 1 0,24-49 0,-40 88 0,1 1 0,-1 0 0,1 0 0,-1 0 0,1 0 0,-1 0 0,1 0 0,0 0 0,0 0 0,0 0 0,-1 0 0,1 0 0,0 1 0,0-1 0,0 0 0,0 0 0,0 1 0,0-1 0,0 1 0,1-1 0,-1 1 0,0-1 0,2 1 0,-1 0 0,-1 0 0,0 1 0,0-1 0,0 1 0,1 0 0,-1-1 0,0 1 0,0 0 0,0 0 0,0-1 0,0 1 0,0 0 0,-1 0 0,1 0 0,0 0 0,0 0 0,-1 0 0,2 3 0,4 9 0,0 1 0,0 0 0,3 17 0,-5-18 0,36 121 0,-13-42 0,55 129 0,-80-306 0,-2 21 0,2 0 0,12-68 0,-14 131 0,0 1 0,0-1 0,0 0 0,0 1 0,0-1 0,0 0 0,0 1 0,0-1 0,1 0 0,-1 1 0,0-1 0,0 1 0,1-1 0,-1 0 0,0 1 0,1-1 0,-1 1 0,1-1 0,-1 1 0,1-1 0,-1 1 0,1 0 0,-1-1 0,1 1 0,-1-1 0,1 1 0,-1 0 0,1-1 0,0 1 0,-1 0 0,1 0 0,-1 0 0,1 0 0,0-1 0,-1 1 0,1 0 0,0 0 0,-1 0 0,1 0 0,0 0 0,-1 0 0,1 1 0,0-1 0,-1 0 0,1 0 0,0 0 0,-1 1 0,1-1 0,-1 0 0,1 1 0,-1-1 0,1 0 0,-1 1 0,1-1 0,-1 1 0,1-1 0,-1 1 0,1-1 0,-1 1 0,1 0 0,36 38 0,-31-32 0,71 90 0,-47-56 0,2-2 0,52 51 0,-81-88 0,-1 1 0,1-1 0,0 0 0,0 0 0,0 0 0,0-1 0,0 1 0,0-1 0,0 1 0,0-1 0,1 0 0,-1 0 0,0-1 0,1 1 0,-1-1 0,1 1 0,-1-1 0,1 0 0,-1 0 0,6-2 0,-4 1 0,0-1 0,1 0 0,-1-1 0,0 1 0,0-1 0,-1 0 0,1 0 0,-1 0 0,1-1 0,-1 0 0,6-7 0,1-1 0,-1-1 0,-1 0 0,0-1 0,-1 0 0,0-1 0,-1 0 0,9-29 0,-8-3 0,-6 53 0,-1-1 0,1 1 0,1 0 0,-1-1 0,1 1 0,0-1 0,0 0 0,0 0 0,1 0 0,0-1 0,6 7 0,53 44 0,-60-52 0,36 27 0,1-3 0,1 0 0,0-3 0,2-2 0,64 24 0,-105-45 0,0 0 0,-1 0 0,1 0 0,0-1 0,0 1 0,0 0 0,0-1 0,0 0 0,0 1 0,0-1 0,0 0 0,0 0 0,0 0 0,0 0 0,0-1 0,0 1 0,0 0 0,0-1 0,-1 0 0,1 1 0,2-2 0,-3 1 0,-1 0 0,1 0 0,-1-1 0,1 1 0,-1 0 0,1 0 0,-1-1 0,0 1 0,0 0 0,1 0 0,-1-1 0,0 1 0,0 0 0,0-1 0,-1 1 0,1 0 0,0 0 0,0-1 0,-1 1 0,1 0 0,-1 0 0,0-3 0,-5-8 0,0 1 0,0-1 0,-1 1 0,-16-20 0,4 12 0,0 1 0,-1 0 0,0 2 0,-1 1 0,-1 0 0,-1 2 0,0 0 0,-43-16 0,2 6 0,-2 2 0,-74-13 0,126 31 0,-16-4 0,0 1 0,-1 1 0,1 2 0,-54 1 0,83 2 0,1 0 0,-1-1 0,1 1 0,0 0 0,-1 0 0,1 0 0,-1 0 0,1 0 0,-1 0 0,1 0 0,0 0 0,-1 1 0,1-1 0,-1 0 0,1 0 0,-1 0 0,1 0 0,0 0 0,-1 1 0,1-1 0,0 0 0,-1 0 0,1 1 0,0-1 0,-1 0 0,1 1 0,0-1 0,0 0 0,-1 1 0,1-1 0,0 0 0,0 1 0,-1-1 0,1 1 0,12 9 0,23 6 0,44 4 0,0-2 0,124 10 0,-44-7 0,-63-3 0,-47-8 0,71 6 0,-120-16 0,0 0 0,0-1 0,0 1 0,0 0 0,0 0 0,0 0 0,0 0 0,0 0 0,0 0 0,0 0 0,0 0 0,0-1 0,0 1 0,0 0 0,0 0 0,0 0 0,0 0 0,0 0 0,0 0 0,0 0 0,0 0 0,1 0 0,-1 0 0,0-1 0,0 1 0,0 0 0,0 0 0,0 0 0,0 0 0,0 0 0,0 0 0,0 0 0,0 0 0,1 0 0,-1 0 0,0 0 0,0 0 0,0 0 0,0 0 0,0 0 0,-18-8 0,-31-6 0,-20 3 0,-88-1 0,-32-5 0,438 40 0,119 33 0,-87-12 0,-258-43 0,-31-8 0,-35-9 0,20 13 0,1 1 0,-1 1 0,0 1 0,1 0 0,-1 2 0,1 1 0,-35 9 0,-35 2 0,0-5 0,-36 2 0,2 5 0,-148 39 0,260-50 0,0 1 0,1 0 0,0 1 0,-18 12 0,-20 11 0,-160 55 23,120-51-1411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37.96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1013 10 24575,'-11'1'0,"0"0"0,1 1 0,-1 0 0,-14 5 0,15-4 0,0 0 0,0-1 0,0 0 0,0 0 0,0-1 0,-15-1 0,-100-11-120,-243-13 373,294 23-752,0 4-1,-144 23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40.18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3489 63 24575,'24'-23'0,"-7"6"0,-18 16 0,0 1 0,0-1 0,1 0 0,-1 0 0,0 1 0,0-1 0,0 1 0,0-1 0,0 1 0,0-1 0,0 1 0,0-1 0,0 1 0,0 0 0,0 0 0,0-1 0,0 1 0,0 0 0,0 0 0,0 0 0,0 0 0,-1 0 0,1 1 0,0-1 0,0 0 0,-1 1 0,-1076-3 0,520 5 0,275-2 0,-288-3 0,195 9 0,263-3 0,1-5 0,-115-15 0,197 14 0,0 1 0,0 2 0,-55 9 0,197-21 0,0 4 0,137 10 0,-227-2 0,7-1 0,-18 0 0,1-1 0,-1 2 0,0-1 0,0 1 0,0 1 0,0 0 0,0 1 0,21 8 0,-31-11 0,-1 0 0,1 0 0,-1 0 0,0 1 0,1-1 0,-1 0 0,1 1 0,-1-1 0,0 0 0,1 1 0,-1-1 0,0 1 0,1-1 0,-1 0 0,0 1 0,1-1 0,-1 1 0,0-1 0,0 1 0,0-1 0,0 1 0,1-1 0,-1 1 0,0-1 0,0 1 0,0-1 0,0 1 0,0-1 0,0 1 0,0-1 0,0 1 0,0-1 0,-1 1 0,1 0 0,-15 16 0,-27 7 0,41-23 0,-118 54 0,-2-5 0,-132 36 0,328-88 0,-30 3 0,21 0 0,-32 0 0,61-6 0,-157-6 0,-297 2-1273,355 9 1181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48.66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0 204 24575,'1'2'0,"0"0"0,-1 0 0,1 0 0,0 0 0,1 0 0,-1 0 0,0 0 0,0-1 0,1 1 0,-1 0 0,1-1 0,0 1 0,-1-1 0,1 0 0,0 1 0,2 0 0,32 20 0,-2-8 0,0 0 0,60 14 0,-71-23 0,1 1 0,-1 1 0,0 2 0,0 0 0,-1 1 0,-1 1 0,0 1 0,28 21 0,-32-18 0,0-1 0,1 0 0,0-2 0,1 0 0,28 13 0,284 114 0,-282-118 0,-1 2 0,66 43 0,143 119 0,-184-142 0,-56-34 0,0 0 0,-1 1 0,0 1 0,0 1 0,23 23 0,-30-26 0,-1 1 0,1 0 0,0-1 0,1 0 0,0 0 0,0-1 0,20 11 0,-27-18 0,0 0 0,0 0 0,1-1 0,-1 0 0,0 0 0,0 0 0,0 0 0,0 0 0,0-1 0,0 1 0,1-1 0,-1 0 0,0 0 0,0 0 0,3-1 0,49-27 0,-28 14 0,127-51 0,-94 43 0,107-58 0,-160 76 0,282-179 0,-207 127 0,3 4 0,160-74 0,-235 124 0,1-1 0,0 2 0,0-1 0,15 0 0,-20 3 0,1-1 0,-1 0 0,0 0 0,1 0 0,-1 0 0,0-1 0,0 0 0,0-1 0,0 1 0,0-1 0,-1 0 0,1-1 0,-1 1 0,0-1 0,5-5 0,81-78 0,-80 77 0,1 2 0,0-1 0,0 1 0,1 1 0,0 1 0,22-9 0,13 4 0,-42 11 0,0-1 0,1 0 0,-1 0 0,0 0 0,-1-1 0,1 0 0,0-1 0,0 1 0,-1-1 0,0 0 0,1 0 0,-1-1 0,8-6 0,2-3 0,0 2 0,0 0 0,1 0 0,24-11 0,-18 15 0,-19 7 0,-1-1 0,0 1 0,1-1 0,-1 1 0,0-1 0,0 0 0,0 0 0,1 0 0,-1 0 0,0 0 0,0 0 0,0-1 0,-1 1 0,1-1 0,0 1 0,0-1 0,-1 0 0,1 1 0,2-5 0,-5 5 0,1 0 0,0 1 0,0-1 0,0 0 0,0 0 0,-1 0 0,1 0 0,0 1 0,0-1 0,-1 0 0,1 0 0,-1 1 0,1-1 0,-1 0 0,1 1 0,-1-1 0,0 0 0,1 1 0,-1-1 0,0 1 0,1-1 0,-1 1 0,0-1 0,1 1 0,-1-1 0,0 1 0,0 0 0,0 0 0,-1-1 0,-30-12 0,27 12 0,-103-31 0,-1 5 0,-171-19 0,204 37 0,-83 1 0,126 9 0,0 0 0,1 3 0,-1 0 0,1 3 0,-36 10 0,17-2 0,-1-2 0,0-3 0,-56 5 0,-160-3 0,199-10 0,-1 4 0,-107 23 0,-132 49 0,174-41 0,72-17 0,42-12 0,0-1 0,-40 6 0,-23-1 0,85-12 0,-1 0 0,0 0 0,0 1 0,0-1 0,0 0 0,0 0 0,0 0 0,0 0 0,0 0 0,0 0 0,0 0 0,0 0 0,0 0 0,0 0 0,0 1 0,0-1 0,1 0 0,-1 0 0,0 0 0,0 0 0,0 0 0,0 0 0,0 0 0,0 0 0,0 1 0,0-1 0,0 0 0,-1 0 0,1 0 0,0 0 0,0 0 0,0 0 0,0 0 0,0 0 0,0 0 0,0 1 0,0-1 0,0 0 0,0 0 0,0 0 0,0 0 0,0 0 0,0 0 0,0 0 0,-1 0 0,1 0 0,0 0 0,0 0 0,0 0 0,0 0 0,0 1 0,19 5 0,29 3 0,162 11 0,220-9 0,-306-11 0,22 3 0,23 1 0,317-33 0,-463 24 0,-1 0 0,0-2 0,0-1 0,0 0 0,34-20 0,-50 26 0,-9 6 0,-14 7 0,-37 9 0,-1-3 0,-85 16 0,51-13 0,-91 20 0,-184 49 0,322-74 0,30-10 0,-1-1 0,1 0 0,-17 3 0,-279 34 0,306-41 0,-1 1 0,1-1 0,0 1 0,0 0 0,0 0 0,0 0 0,0 0 0,0 0 0,0 0 0,0 1 0,1-1 0,-1 1 0,0-1 0,1 1 0,-1 0 0,1 0 0,-1-1 0,1 1 0,0 0 0,0 0 0,0 0 0,0 0 0,0 1 0,1-1 0,-1 0 0,0 0 0,1 0 0,0 1 0,-1 2 0,1-2 0,0 0 0,0 1 0,0-1 0,0 0 0,1 0 0,-1 1 0,1-1 0,0 0 0,0 0 0,0 0 0,0 0 0,0 0 0,1 0 0,-1 0 0,1-1 0,0 1 0,0 0 0,0-1 0,0 1 0,4 2 0,18 12 0,0-2 0,1-1 0,1-2 0,0 0 0,41 12 0,-24-11 0,1-2 0,81 9 0,-120-20 0,0 0 0,0-1 0,0 0 0,-1 0 0,1-1 0,0 1 0,-1-1 0,1 0 0,-1 0 0,1-1 0,-1 1 0,0-1 0,0 0 0,7-6 0,49-51 0,-59 59 0,4-5 0,0 0 0,0 0 0,-1-1 0,1 1 0,-2-1 0,1 0 0,-1 0 0,4-12 0,-6 18 0,-1-1 0,0 0 0,1 0 0,-1 1 0,0-1 0,0 0 0,0 0 0,0 1 0,-1-1 0,1 0 0,0 0 0,-1 1 0,1-1 0,-1 0 0,1 1 0,-1-1 0,0 0 0,0 1 0,0-1 0,0 1 0,0-1 0,0 1 0,0 0 0,0-1 0,-1 1 0,1 0 0,0 0 0,-1 0 0,1 0 0,-1 0 0,1 0 0,-1 0 0,0 1 0,1-1 0,-1 0 0,0 1 0,1-1 0,-1 1 0,0 0 0,0 0 0,0 0 0,-2 0 0,-13-3 0,0 1 0,1 1 0,-1 1 0,0 0 0,0 1 0,0 1 0,1 0 0,-1 2 0,1 0 0,0 0 0,0 2 0,-20 9 0,32-9 0,14-3 0,19-1 0,-26-2 0,202-2-1365,-122-1-5461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5:00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1659 131 24575,'14'0'0,"-6"1"0,0-1 0,0 0 0,0-1 0,14-2 0,-21 2 0,0 1 0,1 0 0,-1-1 0,0 0 0,1 1 0,-1-1 0,0 0 0,1 1 0,-1-1 0,0 0 0,0 0 0,0 0 0,0 0 0,0 0 0,0 0 0,0 0 0,0 0 0,-1-1 0,1 1 0,0 0 0,-1-1 0,1 1 0,-1 0 0,1-1 0,-1 1 0,1 0 0,-1-1 0,0 1 0,0-1 0,0 1 0,0-3 0,0 3 0,0-1 0,0 1 0,0-1 0,0 1 0,0-1 0,0 1 0,0 0 0,-1-1 0,1 1 0,0-1 0,-1 1 0,1 0 0,-1-1 0,0 1 0,1 0 0,-1 0 0,-2-3 0,3 4 0,-1 0 0,1 0 0,-1 0 0,0 0 0,1 0 0,-1 0 0,0 0 0,1 0 0,-1 0 0,0 0 0,1 0 0,-1 0 0,0 0 0,1 1 0,-1-1 0,1 0 0,-1 0 0,0 1 0,1-1 0,-1 0 0,1 1 0,-1-1 0,1 1 0,-1-1 0,1 0 0,-1 2 0,-36 44 0,31-36 0,3-10 0,4-11 0,6-13 0,-3 18 0,0 0 0,0 0 0,1 0 0,0 0 0,0 1 0,0 0 0,12-9 0,3-3 0,-18 16 0,-5 7 0,-10 16 0,-25 27 0,15-27 0,-50 35 0,23-20 0,75-49 0,-1-1 0,27-20 0,-41 24 0,-1-1 0,0 0 0,-1-1 0,0 1 0,7-14 0,-6 11 0,0 0 0,0 0 0,13-12 0,-10 8 0,-24 29 0,-7 8 0,-1 0 0,-1 0 0,0-2 0,-2-1 0,0-1 0,-1-1 0,0-1 0,-1-1 0,0-1 0,-2-1 0,1-1 0,-39 8 0,51-13 0,0 1 0,0 0 0,0 1 0,-20 13 0,22-12 0,0-1 0,0 0 0,0-1 0,-1 0 0,0-1 0,-16 4 0,-5-2 0,-8 1 0,-53 6 0,53-13 0,-41 5 0,12 7 0,-1-4 0,-114 1 0,-2-8 0,-198-4 0,352-3-1365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5:09.603"/>
    </inkml:context>
    <inkml:brush xml:id="br0">
      <inkml:brushProperty name="width" value="0.05" units="cm"/>
      <inkml:brushProperty name="height" value="0.05" units="cm"/>
      <inkml:brushProperty name="color" value="#000066"/>
    </inkml:brush>
  </inkml:definitions>
  <inkml:trace contextRef="#ctx0" brushRef="#br0">0 80 24536,'19'23'0,"-19"-72"0,-19-5 0,19 134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5:13.935"/>
    </inkml:context>
    <inkml:brush xml:id="br0">
      <inkml:brushProperty name="width" value="0.05" units="cm"/>
      <inkml:brushProperty name="height" value="0.05" units="cm"/>
      <inkml:brushProperty name="color" value="#000066"/>
    </inkml:brush>
  </inkml:definitions>
  <inkml:trace contextRef="#ctx0" brushRef="#br0">0 1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5:51.8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596 1395 24575,'-1'-10'0,"-1"0"0,0-1 0,0 1 0,-1 1 0,0-1 0,-1 0 0,0 1 0,0 0 0,-11-17 0,0 4 0,-1 0 0,-28-31 0,23 33 0,-37-28 0,8 8 0,-5-3 0,37 30 0,1-1 0,0-1 0,1 0 0,-16-19 0,-90-120 0,114 143 0,0-1 0,0-1 0,1 1 0,0-1 0,1 0 0,1-1 0,0 1 0,-5-29 0,5 8 0,1-1 0,2-50 0,3 89 0,0 0 0,0 0 0,1 0 0,-1 0 0,1 0 0,-1 0 0,1 0 0,1-1 0,-1 1 0,0-1 0,1 0 0,6 7 0,38 34 0,-43-42 0,1 1 0,-1-1 0,0 0 0,1-1 0,0 1 0,-1-1 0,1 0 0,0 0 0,0 0 0,0 0 0,0-1 0,0 0 0,-1 0 0,1-1 0,10-1 0,-6 1 0,-1-1 0,1-1 0,0 1 0,-1-1 0,1-1 0,-1 0 0,13-7 0,46-43 0,-55 43 0,-1 0 0,0 0 0,-1-1 0,-1-1 0,0 0 0,0 0 0,-2-1 0,11-24 0,31-118 0,-41 113 0,-2-1 0,-1 1 0,-2-51 0,-4 98 0,1 0 0,0 0 0,1 0 0,-1 0 0,0 0 0,1 0 0,0 0 0,0-1 0,0 1 0,1 0 0,-1 0 0,1-1 0,0 1 0,0-1 0,0 1 0,1-1 0,-1 0 0,1 0 0,0 0 0,-1 0 0,1 0 0,1-1 0,-1 0 0,0 1 0,1-1 0,-1 0 0,1 0 0,-1-1 0,1 1 0,0-1 0,0 0 0,0 0 0,0 0 0,-1 0 0,1-1 0,0 1 0,6-1 0,1 0 0,0-1 0,0 0 0,0 0 0,-1-1 0,1-1 0,0 1 0,0-2 0,-1 0 0,0 0 0,0 0 0,0-2 0,15-9 0,-16 8 0,22-15 0,-30 21 0,0 0 0,0 1 0,0-1 0,0 0 0,0 0 0,0 0 0,0 0 0,0 0 0,0 0 0,-1 0 0,1 0 0,0 0 0,-1 0 0,1-1 0,-1 1 0,1 0 0,-1 0 0,1-1 0,-1 0 0,0 1 0,0 1 0,0 0 0,0 0 0,0-1 0,0 1 0,0 0 0,0 0 0,0-1 0,0 1 0,0 0 0,0 0 0,0-1 0,0 1 0,-1 0 0,1 0 0,0 0 0,0-1 0,0 1 0,0 0 0,0 0 0,-1 0 0,1-1 0,0 1 0,0 0 0,0 0 0,-1 0 0,1 0 0,0 0 0,0 0 0,-1-1 0,1 1 0,0 0 0,0 0 0,-1 0 0,1 0 0,0 0 0,0 0 0,-1 0 0,1 0 0,0 0 0,0 0 0,-1 0 0,1 0 0,-9 11 0,-2 16 0,9-18 0,0-1 0,1 0 0,0 1 0,0-1 0,1 1 0,0 0 0,1-1 0,0 1 0,0-1 0,1 0 0,0 1 0,0-1 0,1 0 0,0 0 0,1 0 0,0-1 0,0 1 0,0-1 0,1 0 0,0 0 0,0 0 0,1-1 0,0 0 0,0 0 0,1 0 0,10 7 0,-10-8 0,0 0 0,0-1 0,1 1 0,0-2 0,0 1 0,0-1 0,0 0 0,0 0 0,14 1 0,2-1 0,-1-1 0,27-1 0,-21-1 0,-30 0 0,-1 1 0,1-1 0,-1 1 0,1 0 0,-1 0 0,1-1 0,-1 1 0,1 0 0,0 0 0,0 0 0,-1 1 0,1-1 0,0 0 0,0 0 0,0 1 0,0-1 0,-1 3 0,-20 33 0,14-21 0,-7 11 0,1 0 0,2 1 0,-14 48 0,7-22 0,12-28 0,0 0 0,2 0 0,1 1 0,-2 40 0,4-34 0,-1-10 0,2-17 0,0 0 0,0 0 0,1 0 0,-1 0 0,1 0 0,1 0 0,0 7 0,0-12 0,-1 0 0,1 0 0,0 0 0,-1 1 0,1-1 0,0 0 0,0 0 0,0 0 0,-1 0 0,1 0 0,0 0 0,1 0 0,-1-1 0,0 1 0,0 0 0,0-1 0,0 1 0,1 0 0,-1-1 0,0 1 0,0-1 0,1 0 0,-1 0 0,0 1 0,1-1 0,-1 0 0,0 0 0,1 0 0,-1 0 0,0 0 0,1-1 0,-1 1 0,0 0 0,1-1 0,-1 1 0,0 0 0,2-2 0,36-5 0,-12 2 0,53-18 0,-71 20 0,1-1 0,-1-1 0,0 0 0,0 0 0,-1-1 0,1 0 0,-1-1 0,14-14 0,7-9 0,-17 18 0,-1 0 0,0 0 0,-1-1 0,0 0 0,14-25 0,-4-14 0,-24 104 0,1-36 0,0 0 0,-1-1 0,-1 0 0,0 0 0,-1 0 0,-1 0 0,0-1 0,-1 0 0,-13 19 0,3-9 0,2 1 0,-21 44 0,14-24 0,7-16 0,0 0 0,-2-1 0,-1-1 0,-1 0 0,-32 31 0,41-46-114,0 0 1,0 1-1,2 0 0,-1 0 0,2 1 1,0 0-1,0 1 0,1 0 0,1 0 1,1 1-1,-6 24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15.484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14 20 24575,'33'-20'0,"-31"20"0,1 0 0,0 1 0,0-1 0,-1 1 0,1-1 0,0 1 0,0 0 0,-1 0 0,1 0 0,-1 1 0,1-1 0,-1 0 0,0 1 0,4 2 0,-4-2 0,1 0 0,0 0 0,0 0 0,-1 0 0,1-1 0,0 0 0,1 1 0,-1-1 0,0 0 0,0-1 0,0 1 0,6 0 0,7 1 0,-25 5 0,-16 11 0,19-13 0,0 0 0,0 1 0,1-1 0,0 1 0,0 0 0,1 0 0,0 1 0,0 0 0,0-1 0,0 1 0,1 0 0,1 1 0,-1-1 0,1 1 0,0-1 0,1 1 0,0-1 0,0 1 0,1 0 0,0 10 0,3 5 0,2-44 0,6-15 0,-10 41 0,1-1 0,-1 0 0,0 1 0,0-1 0,-1 1 0,1 0 0,-1-1 0,0 6 0,-3 6 0,0 1 0,-1-1 0,-9 23 0,-7 35 0,9-17 0,5-30 0,1 1 0,1 1 0,0 45 0,9-87-1365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20.956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221 0 24575,'35'45'0,"-21"-34"0,-12-9 0,0-1 0,0 1 0,1-1 0,-1 1 0,0 0 0,-1 0 0,1 0 0,0 0 0,0 0 0,-1 0 0,1 0 0,-1 1 0,0-1 0,0 0 0,0 1 0,0-1 0,0 1 0,0-1 0,-1 1 0,1 0 0,-1-1 0,0 1 0,1 0 0,-1-1 0,-1 1 0,1 0 0,-1 2 0,1-1 0,-1-1 0,1 0 0,-1 1 0,0-1 0,0 1 0,0-1 0,-1 0 0,1 0 0,-1 0 0,0 0 0,-3 5 0,-6 9 0,7-10 0,2 0 0,-1 1 0,1-1 0,0 1 0,1-1 0,-1 1 0,2-1 0,-1 1 0,1 9 0,0-11 0,0 1 0,0 0 0,0-1 0,-1 1 0,0 0 0,-1-1 0,1 1 0,-1-1 0,-1 0 0,1 0 0,-7 12 0,6-17 0,0 0 0,0-1 0,0 0 0,0 1 0,0-1 0,0 0 0,0 0 0,0 0 0,0-1 0,0 1 0,0-1 0,1 0 0,-5-1 0,-14-2 0,21 5 0,1-1 0,0 0 0,0 1 0,-1-1 0,1 0 0,0 1 0,-1-1 0,1 1 0,-1-1 0,1 1 0,0-1 0,-1 1 0,1 0 0,-1-1 0,0 1 0,1 0 0,-1-1 0,1 1 0,-1 0 0,0-1 0,0 1 0,1 0 0,-1 0 0,0-1 0,0 1 0,0 0 0,0 0 0,0-1 0,0 1 0,0 0 0,0 0 0,0 0 0,0-1 0,0 1 0,-1 0 0,1 0 0,0-1 0,0 1 0,-1 0 0,1-1 0,-1 1 0,1 0 0,0-1 0,-1 1 0,1-1 0,-1 1 0,0 0 0,1-1 0,-1 1 0,1-1 0,-1 0 0,0 1 0,1-1 0,-1 1 0,0-1 0,1 0 0,-2 1 0,18-1 0,0 0 0,0-1 0,0-1 0,19-4 0,-36 1 0,-11-2 0,-13-4 0,19 9 0,0 0 0,1-1 0,-1 0 0,1 0 0,0 0 0,0-1 0,0 1 0,0-1 0,1-1 0,-1 1 0,1 0 0,0-1 0,0 0 0,1 0 0,-4-6 0,1 2 0,0 1 0,-1 0 0,0 0 0,-10-9 0,-13-4 0,22 16 0,0 0 0,0-1 0,0 0 0,0-1 0,1 1 0,0-1 0,-8-13 0,9 0-1365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30.1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192 292 24575,'44'-31'0,"-39"28"0,0 0 0,0 0 0,0 0 0,0 0 0,-1-1 0,0 0 0,1 0 0,-1 0 0,-1-1 0,1 1 0,0-1 0,3-7 0,4-3 0,-8 30 0,-11 30 0,-18-23 0,13-17 0,13-5 0,0 0 0,1 0 0,-1 0 0,0 0 0,0 0 0,0 0 0,0 0 0,0 0 0,0 0 0,0 0 0,0 0 0,0 0 0,0-1 0,0 1 0,0 0 0,1 0 0,-1 0 0,0 0 0,0 0 0,0 0 0,0 0 0,0 0 0,0 0 0,0-1 0,0 1 0,0 0 0,0 0 0,0 0 0,0 0 0,0 0 0,0 0 0,0 0 0,0 0 0,0-1 0,0 1 0,0 0 0,0 0 0,-1 0 0,1 0 0,0 0 0,0 0 0,0 0 0,0 0 0,0 0 0,0 0 0,0-1 0,0 1 0,0 0 0,0 0 0,0 0 0,0 0 0,-1 0 0,1 0 0,0 0 0,0 0 0,0 0 0,0 0 0,0 0 0,0 0 0,0 0 0,0 0 0,0 0 0,-1 0 0,1 0 0,0 0 0,0 0 0,0 0 0,0 0 0,0 0 0,12-22 0,-10 18 0,-1 1 0,1-1 0,0 1 0,0-1 0,1 1 0,-1-1 0,1 1 0,-1 0 0,1 0 0,0 1 0,0-1 0,0 1 0,1-1 0,-1 1 0,1 0 0,-1 0 0,1 0 0,4-1 0,-5 2 0,0-1 0,0 0 0,0 0 0,0 0 0,-1 0 0,1 0 0,-1-1 0,1 1 0,-1-1 0,0 0 0,0 1 0,0-1 0,0 0 0,-1 0 0,2-4 0,0 2 0,-1 1 0,1-1 0,0 1 0,0 0 0,0 0 0,6-5 0,-6 5 0,0 1 0,0-1 0,0 1 0,-1-1 0,1 0 0,-1 0 0,0 0 0,0-1 0,0 1 0,1-6 0,15-28 0,-5 14 0,-13 24 0,0 0 0,0 0 0,0 0 0,0-1 0,0 1 0,0 0 0,0 0 0,0-1 0,0 1 0,0 0 0,0 0 0,0-1 0,0 1 0,0 0 0,0 0 0,-1 0 0,1-1 0,0 1 0,0 0 0,0 0 0,0 0 0,0-1 0,-1 1 0,1 0 0,0 0 0,0 0 0,0 0 0,-1 0 0,1-1 0,0 1 0,0 0 0,0 0 0,-1 0 0,1 0 0,0 0 0,0 0 0,-1 0 0,1 0 0,0 0 0,0 0 0,0 0 0,-1 0 0,1 0 0,0 0 0,-1 0 0,-44 15 0,5-2 0,-8-15 0,35 0 0,0 2 0,0-1 0,0 2 0,-24 3 0,36-4 0,0 0 0,0 0 0,0 1 0,0-1 0,0 0 0,0 1 0,0-1 0,0 0 0,0 1 0,0 0 0,0-1 0,0 1 0,0-1 0,0 1 0,1 0 0,-1 0 0,0 0 0,0-1 0,1 1 0,-2 2 0,2-3 0,0 1 0,0 0 0,0 0 0,0 0 0,0-1 0,0 1 0,0 0 0,0 0 0,0-1 0,1 1 0,-1 0 0,0 0 0,0-1 0,1 1 0,-1 0 0,0 0 0,1-1 0,-1 1 0,1-1 0,-1 1 0,2 0 0,0 2 0,0-1 0,0 0 0,0 0 0,1-1 0,-1 1 0,1 0 0,-1-1 0,1 1 0,0-1 0,0 0 0,-1 0 0,1 0 0,6 1 0,7-2 0,0 0 0,0 0 0,0-2 0,-1 0 0,1 0 0,19-7 0,-69 41 0,15-22 0,-19 13 0,25-8 0,28-14 0,2-1 0,6-5 0,-19 5 0,-13 9 0,-23 25 0,23-24 0,1-1 0,-1 0 0,-1-1 0,1 1 0,-2-2 0,1 1 0,-17 7 0,18-9 0,1 0 0,-1 1 0,1 0 0,0 0 0,1 1 0,0-1 0,-9 14 0,-14 13 0,14-17 0,0 2 0,-22 35 0,17-22 0,10-22-1365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31.1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0 24575,'0'1'0,"-2"1"0,1 0 0,0 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43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24575,'1'0'0,"1"1"0,-1 2 0,1 0 0,2-1 0,-1 1 0,1 0 0,1 0 0,-1-1 0,1 1 0,-1-1 0,2-1 0,0 0 0,0-1 0,-1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9:21.845"/>
    </inkml:context>
    <inkml:brush xml:id="br0">
      <inkml:brushProperty name="width" value="0.025" units="cm"/>
      <inkml:brushProperty name="height" value="0.025" units="cm"/>
      <inkml:brushProperty name="color" value="#813405"/>
    </inkml:brush>
  </inkml:definitions>
  <inkml:trace contextRef="#ctx0" brushRef="#br0">352 745 24575,'1'-12'0,"-1"1"0,0-1 0,-1 1 0,0 0 0,-1-1 0,-1 1 0,0 0 0,0 0 0,-1 0 0,0 1 0,-1-1 0,0 1 0,0 0 0,-1 0 0,-1 1 0,0 0 0,0 0 0,-12-11 0,-52-48 0,11 12 0,-51-63 0,107 115 0,1-1 0,0 1 0,1 0 0,-1-1 0,1 0 0,0 1 0,0-1 0,0 0 0,1 0 0,-1 0 0,1-1 0,1 1 0,-1 0 0,1 0 0,0 0 0,0-1 0,0 1 0,1 0 0,-1 0 0,1 0 0,1-1 0,-1 1 0,1 0 0,2-4 0,-2 5 0,1 1 0,-1-1 0,1 1 0,0 0 0,0 0 0,0 0 0,0 1 0,0-1 0,1 1 0,-1 0 0,1 0 0,0 0 0,6-2 0,52-17 0,-16 12 0,-34 8 0,0-1 0,0-1 0,-1 0 0,0 0 0,15-7 0,117-53 0,-140 62 0,-1-1 0,1 1 0,0 0 0,0 1 0,0-1 0,-1 0 0,1 1 0,0 0 0,0-1 0,0 1 0,0 0 0,0 1 0,0-1 0,0 0 0,0 1 0,0 0 0,-1 0 0,1 0 0,0 0 0,0 0 0,-1 0 0,1 1 0,-1-1 0,1 1 0,-1-1 0,0 1 0,1 0 0,-1 0 0,0 0 0,0 1 0,-1-1 0,1 0 0,0 1 0,-1-1 0,1 1 0,-1 0 0,2 4 0,2 4 0,-1 0 0,0 0 0,-1 0 0,0 1 0,0-1 0,-2 1 0,1 0 0,-1 13 0,-3 17 0,0-27 0,2-1 0,-1 1 0,2-1 0,0 1 0,0-1 0,5 18 0,-4-27 0,0-1 0,0 0 0,0 0 0,1-1 0,0 1 0,0 0 0,0-1 0,0 0 0,0 0 0,0 0 0,1 0 0,4 3 0,-5-4 0,0 0 0,0 0 0,0 0 0,-1 0 0,1 0 0,-1 1 0,1-1 0,-1 1 0,0-1 0,0 1 0,0 0 0,0 0 0,-1 0 0,1 0 0,-1 0 0,0 1 0,0-1 0,0 0 0,0 0 0,0 1 0,-1-1 0,0 4 0,2 64 0,-4 77 0,1-141-85,0-1 0,0 1-1,0-1 1,-1 0 0,0 0-1,0 1 1,-1-2 0,0 1-1,0 0 1,0 0 0,-1-1-1,1 0 1,-1 1 0,-1-1-1,-6 6 1,6-8-6741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9:27.759"/>
    </inkml:context>
    <inkml:brush xml:id="br0">
      <inkml:brushProperty name="width" value="0.025" units="cm"/>
      <inkml:brushProperty name="height" value="0.025" units="cm"/>
      <inkml:brushProperty name="color" value="#813405"/>
    </inkml:brush>
  </inkml:definitions>
  <inkml:trace contextRef="#ctx0" brushRef="#br0">1 0 24575,'0'1'0,"1"3"0,2 0 0,0 1 0,-1 1 0,0 0 0,-1 1 0,0 0 0,0-1 0,-1 0-8191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9:39.375"/>
    </inkml:context>
    <inkml:brush xml:id="br0">
      <inkml:brushProperty name="width" value="0.025" units="cm"/>
      <inkml:brushProperty name="height" value="0.025" units="cm"/>
      <inkml:brushProperty name="color" value="#813405"/>
    </inkml:brush>
  </inkml:definitions>
  <inkml:trace contextRef="#ctx0" brushRef="#br0">245 0 24575,'0'3'0,"0"0"0,-1-1 0,1 1 0,0 0 0,-1-1 0,0 1 0,1 0 0,-1-1 0,0 1 0,-1-1 0,1 1 0,0-1 0,-1 0 0,1 0 0,-1 1 0,1-1 0,-1 0 0,0 0 0,0-1 0,0 1 0,0 0 0,0-1 0,-1 1 0,1-1 0,0 0 0,-1 1 0,1-1 0,-1 0 0,0-1 0,1 1 0,-6 1 0,-8 0 0,1 0 0,-1-1 0,0 0 0,-22-3 0,8 1 0,26 0-76,1 0 1,-1 0-1,1 0 0,-1 0 0,1 0 0,0-1 0,-1 1 0,1-1 1,0 0-1,0 0 0,0 0 0,0 0 0,0-1 0,1 1 1,-1-1-1,1 0 0,-3-3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9:44.700"/>
    </inkml:context>
    <inkml:brush xml:id="br0">
      <inkml:brushProperty name="width" value="0.025" units="cm"/>
      <inkml:brushProperty name="height" value="0.025" units="cm"/>
      <inkml:brushProperty name="color" value="#813405"/>
    </inkml:brush>
  </inkml:definitions>
  <inkml:trace contextRef="#ctx0" brushRef="#br0">0 19 24575,'0'1'0,"0"0"0,0 1 0,0-1 0,0 0 0,1 1 0,-1-1 0,0 0 0,0 1 0,1-1 0,-1 0 0,1 1 0,0-1 0,-1 0 0,1 0 0,0 0 0,0 0 0,-1 1 0,1-1 0,0 0 0,0-1 0,0 1 0,0 0 0,0 0 0,1 0 0,-1-1 0,0 1 0,0 0 0,0-1 0,2 1 0,44 5 0,-22-5 0,-10 1 0,1-1 0,0 0 0,0-1 0,0 0 0,22-5 0,-104 0 0,-43 18 0,185-5 0,-69-6 0,-3-1 0,0 0 0,0 0 0,0 0 0,1 0 0,-1-1 0,0 0 0,1 0 0,-1 0 0,0 0 0,0-1 0,1 1 0,-1-1 0,8-3 0,-10 4 0,0 0 0,-1 0 0,1-1 0,0 0 0,0 1 0,-1-1 0,1 0 0,0 0 0,0 1 0,-1-1 0,1-1 0,-1 1 0,1 0 0,-1 0 0,0 0 0,1-1 0,-1 1 0,0-1 0,0 1 0,0-1 0,0 0 0,0 1 0,1-3 0,-2 0 0,0 1 0,0-1 0,0 1 0,0 0 0,-1-1 0,1 1 0,-1 0 0,0-1 0,0 1 0,0 0 0,-4-6 0,-1 33-1365,6-18-5461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0:10.850"/>
    </inkml:context>
    <inkml:brush xml:id="br0">
      <inkml:brushProperty name="width" value="0.025" units="cm"/>
      <inkml:brushProperty name="height" value="0.025" units="cm"/>
      <inkml:brushProperty name="color" value="#FE8650"/>
    </inkml:brush>
  </inkml:definitions>
  <inkml:trace contextRef="#ctx0" brushRef="#br0">221 703 24575,'7'-66'0,"-2"31"0,-2 18 0,-2-1 0,0 1 0,-1-1 0,-1 0 0,-3-17 0,0 24 0,0 0 0,-1 0 0,0 1 0,-12-18 0,-12-24 0,25 45 0,0 0 0,-1 0 0,0 0 0,-1 1 0,0 0 0,0 0 0,0 0 0,-14-8 0,-26-29 0,36 30 0,3 5 0,0-1 0,0 0 0,1 0 0,0-1 0,1 0 0,-5-12 0,9 20 0,1-1 0,-1 1 0,1-1 0,-1 1 0,1-1 0,0 1 0,0-1 0,0 1 0,0-1 0,1 1 0,-1-1 0,1 1 0,0 0 0,-1-1 0,1 1 0,0 0 0,0-1 0,0 1 0,1 0 0,-1 0 0,1 0 0,-1 0 0,1 0 0,-1 0 0,1 1 0,0-1 0,0 0 0,0 1 0,0 0 0,0-1 0,0 1 0,1 0 0,-1 0 0,3-1 0,127-71 0,-130 72 0,-1 0 0,0 0 0,1-1 0,-1 2 0,1-1 0,-1 0 0,1 0 0,-1 0 0,1 1 0,0-1 0,-1 1 0,1-1 0,0 1 0,-1 0 0,1 0 0,0-1 0,0 1 0,-1 0 0,1 1 0,0-1 0,0 0 0,-1 0 0,1 1 0,0-1 0,-1 1 0,1-1 0,2 3 0,-2-1 0,-1 0 0,1 0 0,-1 0 0,1 0 0,-1 0 0,0 1 0,0-1 0,0 0 0,0 1 0,-1-1 0,1 1 0,-1-1 0,1 1 0,-1-1 0,0 1 0,0-1 0,0 6 0,0-2 0,1-1 0,0 1 0,0 0 0,1-1 0,0 1 0,0-1 0,0 1 0,4 5 0,9 28 0,-10-19 0,2-1 0,10 25 0,-8-26 0,-2 1 0,7 25 0,-7-13 0,-3-20 0,-1 1 0,-1 0 0,2 18 0,-3 0 0,2-1 0,10 52 0,-4-32-1365,-8-42-5461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0:16.409"/>
    </inkml:context>
    <inkml:brush xml:id="br0">
      <inkml:brushProperty name="width" value="0.025" units="cm"/>
      <inkml:brushProperty name="height" value="0.025" units="cm"/>
      <inkml:brushProperty name="color" value="#FE8650"/>
    </inkml:brush>
  </inkml:definitions>
  <inkml:trace contextRef="#ctx0" brushRef="#br0">144 1 24575,'3'8'0,"0"1"0,-1 0 0,0 0 0,-1 0 0,0 0 0,0 0 0,-1 15 0,-1-23 0,1 0 0,0 0 0,-1 0 0,0 0 0,1-1 0,-1 1 0,1 0 0,-1 0 0,0 0 0,0-1 0,1 1 0,-1 0 0,0-1 0,0 1 0,0-1 0,0 1 0,0-1 0,1 1 0,-1-1 0,0 0 0,0 1 0,0-1 0,0 0 0,0 0 0,0 0 0,0 0 0,-1 0 0,1 0 0,0 0 0,-1 0 0,-43-1 0,31 0 0,-4 1 0,13 1 0,0-1 0,-1 0 0,1 0 0,0 0 0,-1-1 0,1 1 0,-10-4 0,86 1 0,-32 8-1365,-33-4-5461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0:43.050"/>
    </inkml:context>
    <inkml:brush xml:id="br0">
      <inkml:brushProperty name="width" value="0.025" units="cm"/>
      <inkml:brushProperty name="height" value="0.025" units="cm"/>
      <inkml:brushProperty name="color" value="#FBA931"/>
    </inkml:brush>
  </inkml:definitions>
  <inkml:trace contextRef="#ctx0" brushRef="#br0">102 535 24575,'1'-1'0,"0"1"0,0-1 0,-1 1 0,1-1 0,0 0 0,0 1 0,0-1 0,-1 0 0,1 0 0,0 1 0,-1-1 0,1 0 0,-1 0 0,1 0 0,-1 0 0,1 0 0,-1 0 0,0 0 0,1 0 0,-1 0 0,0 0 0,0 0 0,0 0 0,0 0 0,0 0 0,0 0 0,0-1 0,1-36 0,-1 34 0,2-49 0,-1 40 0,0 0 0,0 0 0,-1 0 0,-1-1 0,0 1 0,0 0 0,-2 0 0,-6-21 0,-30-35 0,26 49 0,1 0 0,2-1 0,-17-43 0,26 59 0,0 1 0,0 0 0,0 0 0,1-1 0,0 1 0,0 0 0,0-1 0,1 1 0,-1 0 0,1-1 0,0 1 0,0 0 0,2-4 0,-3 7 0,1-1 0,-1 1 0,1 0 0,0 0 0,-1 0 0,1 0 0,0 1 0,0-1 0,0 0 0,0 0 0,-1 0 0,1 0 0,0 1 0,0-1 0,0 1 0,1-1 0,-1 0 0,0 1 0,2-1 0,-1 1 0,0 0 0,0 0 0,-1 0 0,1 0 0,0 1 0,0-1 0,0 0 0,0 1 0,-1 0 0,1-1 0,0 1 0,0 0 0,-1 0 0,1 0 0,-1 0 0,4 2 0,-2 0 0,0 0 0,1 0 0,-1 1 0,0-1 0,-1 1 0,1-1 0,-1 1 0,1 0 0,-1 0 0,0 0 0,-1 1 0,1-1 0,1 5 0,9 65 0,-1-13 0,21 18 0,-30-70-18,-1-1 0,0 0 0,0 1-1,-1-1 1,-1 11 0,1 0-1238,0-12-5570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01.265"/>
    </inkml:context>
    <inkml:brush xml:id="br0">
      <inkml:brushProperty name="width" value="0.025" units="cm"/>
      <inkml:brushProperty name="height" value="0.025" units="cm"/>
      <inkml:brushProperty name="color" value="#FBA931"/>
    </inkml:brush>
  </inkml:definitions>
  <inkml:trace contextRef="#ctx0" brushRef="#br0">143 350 24575,'2'1'0,"-1"-1"0,0 0 0,0 1 0,1-1 0,-1 1 0,0 0 0,0-1 0,0 1 0,0 0 0,0 0 0,0 0 0,0-1 0,0 1 0,0 0 0,0 0 0,0 1 0,-1-1 0,1 0 0,0 0 0,-1 0 0,1 0 0,-1 0 0,1 1 0,-1-1 0,0 0 0,1 1 0,-1 0 0,7 43 0,-6-37 0,0 30 0,-1-38 0,0 0 0,0 0 0,0 0 0,0 0 0,0 0 0,0 0 0,0 0 0,0 0 0,0 0 0,0 0 0,0 0 0,0 0 0,0 0 0,0 0 0,0 0 0,-1 0 0,1 0 0,0 0 0,0 0 0,0-1 0,0 1 0,0 0 0,0 0 0,0 0 0,0 0 0,0 0 0,0 0 0,-1 0 0,1 1 0,0-1 0,0 0 0,0 0 0,0 0 0,0 0 0,0 0 0,0 0 0,0 0 0,0 0 0,0 0 0,0 0 0,0 0 0,0 0 0,-1 0 0,1 0 0,0 0 0,0 0 0,0 0 0,0 0 0,0 0 0,0 1 0,0-1 0,0 0 0,0 0 0,0 0 0,0 0 0,0 0 0,-7-22 0,5 13 0,-8-30 0,10 39 0,0 0 0,0 0 0,0 0 0,0 0 0,0 0 0,0 0 0,0 0 0,0 0 0,0 0 0,0 0 0,0 1 0,0-1 0,0 0 0,0 0 0,0 0 0,-1 0 0,1 0 0,0 0 0,0 0 0,0 0 0,0 0 0,0 0 0,0 0 0,0 0 0,0 0 0,0 0 0,0 0 0,0 0 0,0 1 0,0-1 0,-1 0 0,1 0 0,0 0 0,0 0 0,0 0 0,0 0 0,0 0 0,0 0 0,0 0 0,0 0 0,0 0 0,0 0 0,-1 0 0,1 0 0,0-1 0,0 1 0,0 0 0,0 0 0,0 0 0,0 0 0,0 0 0,0 0 0,-1 26 0,13 13 0,-10-36 0,-1 0 0,1 0 0,-1 0 0,0 0 0,0 0 0,0 0 0,0 1 0,0-1 0,-1 0 0,0 1 0,1-1 0,-1 0 0,-1 5 0,0-7 0,-1 0 0,1 0 0,-1 1 0,0-1 0,1 0 0,-1 0 0,0-1 0,0 1 0,0 0 0,1-1 0,-1 1 0,0-1 0,0 1 0,0-1 0,0 0 0,0 0 0,0 0 0,0 0 0,0 0 0,-3-1 0,3 1 0,-1 0 0,1 0 0,0 0 0,0 0 0,0 0 0,0 0 0,0-1 0,0 1 0,0-1 0,0 0 0,0 1 0,0-1 0,0 0 0,1 0 0,-1 0 0,0-1 0,0 1 0,1 0 0,-3-3 0,2-5 0,1 0 0,0 0 0,0 0 0,0 0 0,1-1 0,2-15 0,-1 21 0,-1 0 0,1 0 0,0-1 0,0 1 0,0 0 0,1 0 0,-1 0 0,1 1 0,0-1 0,0 0 0,0 0 0,1 1 0,-1 0 0,1-1 0,0 1 0,5-4 0,-8 6 0,1 1 0,-1 0 0,0 0 0,1-1 0,-1 1 0,1 0 0,-1 0 0,0 0 0,1 0 0,-1 0 0,1-1 0,-1 1 0,1 0 0,-1 0 0,0 0 0,1 0 0,-1 0 0,1 0 0,-1 0 0,1 0 0,-1 1 0,0-1 0,1 0 0,-1 0 0,1 0 0,-1 0 0,0 1 0,1-1 0,-1 0 0,1 0 0,-1 1 0,0-1 0,1 0 0,-1 0 0,0 1 0,0-1 0,1 0 0,-1 1 0,9 23 0,-5 25 0,-3-80 0,0 27 0,-1 1 0,0-1 0,-1 1 0,1-1 0,0 1 0,-1-1 0,0 1 0,0-1 0,0 1 0,0-1 0,-1 1 0,-2-5 0,0 53 0,5-19 0,-1 29 0,-1-39 0,-1-21 0,-29-151 0,18 243 0,13-72 0,3 48 0,-3-61 0,0-1 0,0 1 0,0 0 0,1 0 0,-1-1 0,1 1 0,-1 0 0,1-1 0,0 1 0,0-1 0,0 1 0,0-1 0,0 1 0,0-1 0,0 0 0,0 1 0,0-1 0,0 0 0,1 0 0,-1 0 0,1 0 0,-1 0 0,1 0 0,-1 0 0,1-1 0,-1 1 0,1 0 0,0-1 0,2 1 0,-3-1 0,0 0 0,0 0 0,0 0 0,0 0 0,0 0 0,0 0 0,0 0 0,0 0 0,-1 0 0,1 0 0,0-1 0,0 1 0,0 0 0,0-1 0,0 1 0,0-1 0,0 1 0,-1-1 0,1 0 0,0 1 0,0-1 0,-1 0 0,1 1 0,0-1 0,-1 0 0,2-1 0,5-26 0,-7 26 0,-1 1 0,1-1 0,1 0 0,-1 1 0,0-1 0,0 1 0,1-1 0,-1 1 0,0-1 0,1 1 0,0-1 0,-1 1 0,1-1 0,0 1 0,0-1 0,0 1 0,0 0 0,0 0 0,0 0 0,0-1 0,0 1 0,2-1 0,-2 4 0,0 1 0,-1 0 0,1-1 0,-1 1 0,1-1 0,-1 1 0,0-1 0,0 1 0,0 0 0,0-1 0,-1 1 0,1 0 0,-1-1 0,0 4 0,-1-5 0,0 0 0,1 0 0,-1 1 0,0-1 0,0 0 0,0 0 0,0-1 0,0 1 0,0 0 0,0-1 0,0 1 0,0-1 0,0 0 0,0 0 0,0 1 0,-1-2 0,1 1 0,0 0 0,0 0 0,0 0 0,0-1 0,0 0 0,0 1 0,-3-2 0,-1 0 0,0 1 0,0-2 0,0 1 0,0 0 0,0-1 0,1 0 0,-7-5 0,12 8 0,0 0 0,-1 0 0,1-1 0,-1 1 0,1 0 0,0 0 0,-1-1 0,1 1 0,-1 0 0,1-1 0,0 1 0,-1 0 0,1-1 0,0 1 0,0-1 0,-1 1 0,1 0 0,0-1 0,0 1 0,0-1 0,0 1 0,-1-1 0,1 1 0,0-1 0,0 1 0,0 0 0,0-1 0,0 1 0,0-1 0,0 1 0,0-1 0,0 1 0,0-1 0,1 1 0,-1-1 0,0 1 0,0-1 0,0 1 0,0 0 0,1-1 0,-1 0 0,25-5 0,-19 6 0,-1 0 0,1 0 0,0 0 0,0 1 0,-1 0 0,1 0 0,0 1 0,6 2 0,-10-3 0,-1 1 0,0-1 0,1 0 0,-1-1 0,1 1 0,0 0 0,-1 0 0,1-1 0,-1 1 0,1-1 0,0 1 0,0-1 0,-1 0 0,1 1 0,3-1 0,-5-1 0,1 1 0,0 0 0,-1-1 0,1 1 0,-1 0 0,1-1 0,-1 1 0,1-1 0,-1 1 0,0-1 0,1 1 0,-1-1 0,1 1 0,-1-1 0,0 1 0,0-1 0,1 0 0,-1 1 0,0-1 0,0 1 0,0-1 0,1 0 0,-1 1 0,0-1 0,0 0 0,0 1 0,0-2 0,-1-9 0,-1 0 0,1 0 0,-2 0 0,-3-11 0,-1-7 0,6 21 0,-1 0 0,0 1 0,0-1 0,-6-13 0,7 19 0,0 0 0,0 0 0,0 0 0,0 0 0,-1 0 0,1 0 0,0 0 0,-1 0 0,0 0 0,1 1 0,-1-1 0,0 1 0,0-1 0,0 1 0,0 0 0,0 0 0,0 0 0,0 0 0,0 0 0,-5-1 0,5 2 0,1 1 0,-1-1 0,0 1 0,1 0 0,-1-1 0,1 1 0,-1 0 0,1 0 0,-1 0 0,1 0 0,0 0 0,0 0 0,-1 1 0,1-1 0,0 0 0,0 1 0,0-1 0,0 0 0,1 1 0,-1-1 0,0 1 0,0 0 0,1-1 0,-1 1 0,1-1 0,0 1 0,-1 0 0,1 2 0,-8 51 0,11-37 0,4-22 0,-5 1 0,-1 0 0,1 0 0,-1 0 0,0 0 0,0 0 0,0 0 0,0 0 0,0-6 0,0-2 0,0-1 0,-1 1 0,0 0 0,0-1 0,-1 1 0,-1 0 0,0 0 0,-1-1 0,0 2 0,0-1 0,-1 0 0,-6-11 0,6 15 0,1 0 0,0-1 0,0 1 0,1-1 0,0 0 0,-1-8 0,2 8 0,-1 0 0,0 1 0,0-1 0,-1 0 0,1 1 0,-9-14 0,-6-21 0,16 41 0,0 0 0,1 0 0,-1 0 0,1 0 0,0 0 0,-1-1 0,1 1 0,0 0 0,0 0 0,-1-1 0,1 1 0,0 0 0,0 0 0,0-1 0,1 1 0,-1 0 0,0 0 0,0-1 0,1 1 0,-1 0 0,1 0 0,-1 0 0,1 0 0,-1 0 0,1-1 0,0 1 0,0 0 0,-1 0 0,1 1 0,0-1 0,0 0 0,1-1 0,0 2 0,0 0 0,0 1 0,0-1 0,0 0 0,0 1 0,0 0 0,-1-1 0,1 1 0,0 0 0,0 0 0,-1 0 0,1 0 0,0 0 0,-1 0 0,1 1 0,-1-1 0,0 0 0,1 1 0,-1-1 0,0 1 0,2 2 0,-1-1 0,1 1 0,-1-1 0,1 1 0,-1-1 0,0 1 0,-1 0 0,1 0 0,-1 0 0,2 5 0,-6 12 0,-7-16 0,9-6 0,0 0 0,0 0 0,0 0 0,0 0 0,0 0 0,0 0 0,0 0 0,0 0 0,0 0 0,0-1 0,1 1 0,-1 0 0,1 0 0,-1-1 0,1 1 0,-1 0 0,1-1 0,0 1 0,-1-1 0,1 1 0,0 0 0,0-1 0,0 1 0,1-2 0,-5-20 0,5 38 0,3 8 0,-2-13 0,-1 1 0,2 0 0,-1-1 0,2 1 0,-1-1 0,1 0 0,1 0 0,0-1 0,0 1 0,12 15 0,-15-22 0,22 26 0,-23-28 0,0 0 0,-1 0 0,1 0 0,0 0 0,-1 0 0,1 0 0,0 1 0,-1-1 0,1 0 0,-1 0 0,0 0 0,1 0 0,-1 1 0,0-1 0,0 0 0,0 0 0,0 1 0,0-1 0,0 0 0,0 0 0,0 0 0,-1 1 0,1-1 0,0 0 0,-1 2 0,0-3 0,1 0 0,0 0 0,0 0 0,-1 0 0,1 1 0,0-1 0,-1 0 0,1 0 0,0 0 0,-1 0 0,1 0 0,0 0 0,-1 0 0,1 0 0,0 0 0,-1 0 0,1 0 0,0 0 0,-1 0 0,1 0 0,0 0 0,-1-1 0,1 1 0,0 0 0,-1 0 0,1 0 0,0 0 0,-1-1 0,1 1 0,0 0 0,0 0 0,-1-1 0,1 1 0,0 0 0,0 0 0,0-1 0,-1 1 0,-11-16 0,7 10 0,9 21 0,8 15 0,-2 0 0,-1 0 0,-1 1 0,5 54 0,-13-84 0,0-1 0,1 0 0,-1 1 0,0-1 0,0 0 0,0 1 0,0-1 0,0 0 0,0 0 0,0 1 0,0-1 0,0 0 0,0 1 0,0-1 0,0 0 0,-1 1 0,1-1 0,0 0 0,0 1 0,0-1 0,0 0 0,0 0 0,-1 1 0,1-1 0,0 0 0,0 0 0,0 1 0,-1-1 0,1 0 0,0 0 0,0 0 0,-1 0 0,1 1 0,0-1 0,0 0 0,-1 0 0,1 0 0,0 0 0,-1 0 0,1 0 0,0 0 0,-1 0 0,1 1 0,0-1 0,-1 0 0,1-1 0,-19-8 0,-14-21 0,22 15 0,4 8 0,6 31 0,0-21 0,1 0 0,0 0 0,0 0 0,0 0 0,0 0 0,0 0 0,1 1 0,-1-1 0,1 0 0,0 0 0,0-1 0,0 1 0,0 0 0,1 0 0,-1 0 0,1-1 0,-1 1 0,1-1 0,0 1 0,0-1 0,0 0 0,0 0 0,1 1 0,-1-2 0,1 1 0,-1 0 0,1 0 0,0-1 0,-1 1 0,1-1 0,0 0 0,0 0 0,0 0 0,6 1 0,-2 0 0,1 1 0,0-1 0,0 0 0,0-1 0,15 1 0,-22-2 0,0 0 0,0 0 0,0 0 0,0-1 0,0 1 0,0 0 0,0 0 0,0-1 0,0 1 0,0-1 0,0 1 0,0-1 0,0 1 0,0-1 0,0 1 0,0-1 0,-1 0 0,1 0 0,0 1 0,1-3 0,-1 1 0,-1 0 0,1 1 0,-1-1 0,1 0 0,-1 0 0,0 0 0,0 0 0,0 0 0,0 0 0,0 1 0,0-1 0,-1 0 0,1 0 0,-1 0 0,1 0 0,-2-3 0,-13-16 0,15 21 0,0-1 0,0 1 0,-1-1 0,1 1 0,0-1 0,0 1 0,-1 0 0,1-1 0,0 1 0,0-1 0,-1 1 0,1 0 0,0-1 0,-1 1 0,1 0 0,0-1 0,-1 1 0,1 0 0,-1 0 0,1-1 0,-1 1 0,1 0 0,0 0 0,-1 0 0,1-1 0,-1 1 0,1 0 0,-1 0 0,1 0 0,-1 0 0,1 0 0,-1 0 0,1 0 0,-1 0 0,1 0 0,-1 0 0,1 1 0,-1-1 0,1 0 0,-1 0 0,1 0 0,0 1 0,-1-1 0,0 1 0,1 1 0,0 0 0,0 0 0,0 1 0,0-1 0,1 0 0,-1 0 0,1 0 0,-1 1 0,1-1 0,0 0 0,0 0 0,0 0 0,0 0 0,0 0 0,0 0 0,3 3 0,8 22 0,-12-26 0,0 0 0,-1 0 0,1 0 0,-1 0 0,1-1 0,-1 1 0,1 0 0,-1-1 0,0 1 0,1 0 0,-1-1 0,0 1 0,0 0 0,1-1 0,-1 1 0,0-1 0,0 0 0,0 1 0,0-1 0,0 0 0,0 1 0,1-1 0,-1 0 0,0 0 0,0 0 0,0 0 0,0 0 0,0 0 0,0 0 0,0 0 0,0 0 0,0 0 0,-1-1 0,-12 2 0,-51-1 0,61-1 0,0 1 0,0 0 0,0-1 0,0 0 0,0 0 0,0 0 0,1 0 0,-1-1 0,0 0 0,1 1 0,-1-1 0,1-1 0,-4-1 0,6 2 0,0 0 0,0 0 0,0-1 0,0 1 0,0 0 0,0 0 0,0 0 0,1-1 0,-1 1 0,1 0 0,0-1 0,-1 1 0,1 0 0,0-1 0,0 1 0,1 0 0,-1-1 0,1 1 0,0-3 0,15-48 0,-13 44 0,-3 8 0,0 1 0,0-1 0,0 0 0,1 0 0,-1 1 0,0-1 0,0 0 0,1 1 0,-1-1 0,0 0 0,1 1 0,-1-1 0,0 0 0,1 1 0,-1-1 0,1 1 0,-1-1 0,1 1 0,0-1 0,-1 1 0,1-1 0,-1 1 0,1 0 0,0-1 0,-1 1 0,1 0 0,0 0 0,-1-1 0,1 1 0,0 0 0,0 0 0,-1 0 0,1 0 0,0 0 0,-1 0 0,1 0 0,0 0 0,0 0 0,-1 0 0,1 0 0,0 0 0,0 1 0,-1-1 0,1 0 0,0 1 0,-1-1 0,1 0 0,-1 1 0,1-1 0,0 1 0,-1-1 0,1 1 0,-1-1 0,1 1 0,-1-1 0,1 1 0,-1 0 0,36 47 0,-23-29 0,-8-14-101,0-1-1,1 1 0,-1-1 1,1 0-1,0 0 1,0-1-1,0 1 0,1-1 1,-1-1-1,1 1 1,-1-1-1,8 1 0,-13-3 58,3 2-6782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03.296"/>
    </inkml:context>
    <inkml:brush xml:id="br0">
      <inkml:brushProperty name="width" value="0.025" units="cm"/>
      <inkml:brushProperty name="height" value="0.025" units="cm"/>
      <inkml:brushProperty name="color" value="#FBA931"/>
    </inkml:brush>
  </inkml:definitions>
  <inkml:trace contextRef="#ctx0" brushRef="#br0">0 48 24575,'0'-1'0,"2"0"0,-1-2 0,0-1 0,1-1 0,-2 0 0,1-2 0,-1 1 0,-1 0 0,0 1 0,-2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15.136"/>
    </inkml:context>
    <inkml:brush xml:id="br0">
      <inkml:brushProperty name="width" value="0.025" units="cm"/>
      <inkml:brushProperty name="height" value="0.025" units="cm"/>
      <inkml:brushProperty name="color" value="#F7FC24"/>
    </inkml:brush>
  </inkml:definitions>
  <inkml:trace contextRef="#ctx0" brushRef="#br0">0 97 24575,'2'17'0,"3"-21"0,2-28 0,-10 6 0,0-14 0,5 50 0,1-1 0,0 0 0,1 0 0,7 14 0,20 7 0,-31-30 0,1 0 0,-1 0 0,0 0 0,0 1 0,0-1 0,1 0 0,-1 0 0,0 0 0,0 0 0,1 1 0,-1-1 0,0 0 0,0 0 0,1 0 0,-1 0 0,0 0 0,0 0 0,1 0 0,-1 0 0,0 0 0,0 0 0,1 0 0,-1 0 0,0 0 0,1 0 0,-1 0 0,0 0 0,0 0 0,1 0 0,-1 0 0,0 0 0,0-1 0,1 1 0,-1 0 0,0 0 0,0 0 0,1-1 0,-6-20 0,-3 3 0,6 15 0,0-1 0,1 0 0,-1 1 0,1-1 0,-1 0 0,1 0 0,0 0 0,1 0 0,-1 0 0,1 0 0,-1 0 0,1 0 0,1-9 0,13 50 0,-1-1 0,-11-34 0,-1 1 0,1 0 0,-1-1 0,0 1 0,0 0 0,0 0 0,0 0 0,0-1 0,-1 1 0,1 0 0,-1 0 0,0 0 0,0 4 0,-2-6 0,1-1 0,-1 1 0,0 0 0,0-1 0,0 1 0,1-1 0,-1 0 0,0 0 0,0 0 0,0 1 0,0-2 0,0 1 0,0 0 0,1 0 0,-1-1 0,0 1 0,0-1 0,0 1 0,0-1 0,-1-1 0,-28-2 0,18 9 0,13-1 0,26 2 0,41-2 0,-79-3-117,6-1 4,0 1-1,0-1 1,-1 0-1,1 0 1,0-1-1,0 0 1,-1 0-1,1-1 1,0 1-1,-8-5 1,9 3-6713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02.5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0 491 24575,'1'9'0,"0"0"0,1 0 0,0 0 0,0 0 0,1 0 0,0-1 0,0 1 0,1-1 0,5 8 0,1 2 0,1-1 0,26 30 0,-37-47 0,0 0 0,0 0 0,0 0 0,1 0 0,-1 0 0,0 0 0,0 0 0,0 0 0,0 0 0,0 0 0,0 0 0,0-1 0,0 1 0,0 0 0,0 0 0,0 0 0,0 0 0,0 0 0,1 0 0,-1 0 0,0 0 0,0 0 0,0 0 0,0 0 0,0 0 0,0 0 0,0 0 0,0 0 0,0 0 0,1 0 0,-1 0 0,0 0 0,0 0 0,0 0 0,0 0 0,0 0 0,0 0 0,0 0 0,0 0 0,0 0 0,0 0 0,1 0 0,-1 0 0,0 0 0,0 0 0,0 0 0,0 1 0,0-1 0,0 0 0,0 0 0,0 0 0,0 0 0,0 0 0,0 0 0,0 0 0,0 0 0,0 0 0,0 0 0,0 1 0,0-1 0,-2-13 0,-9-15 0,-5 2 0,-23-38 0,25 45 0,14 19 0,0 0 0,0 0 0,0 0 0,0 0 0,0 0 0,0 0 0,0 0 0,0 0 0,0 0 0,0 0 0,0 0 0,0 0 0,0 0 0,0 0 0,-1 1 0,1-1 0,0 0 0,0 0 0,0 0 0,0 0 0,0 0 0,0 0 0,0 0 0,0 0 0,0 0 0,0 0 0,-1 0 0,1 0 0,0 0 0,0 0 0,0 0 0,0 0 0,4 9 0,0 1 0,0-1 0,1 0 0,0 0 0,1-1 0,0 1 0,0-1 0,1-1 0,0 1 0,0-1 0,1 0 0,0-1 0,13 9 0,-20-14 0,-1-1 0,0 0 0,1 0 0,-1 1 0,0-1 0,1 0 0,-1 0 0,0 0 0,1 1 0,-1-1 0,0 0 0,1 0 0,-1 0 0,1 0 0,-1 0 0,0 0 0,1 0 0,-1 0 0,1 0 0,-1 0 0,0 0 0,1 0 0,-1 0 0,1 0 0,-1 0 0,0 0 0,1 0 0,-1 0 0,1-1 0,-1 1 0,0 0 0,1 0 0,-1 0 0,0-1 0,1 1 0,-1 0 0,0-1 0,0 1 0,1-1 0,2-19 0,-10-24 0,6 40 0,0 0 0,-1 1 0,1-1 0,-1 0 0,0 1 0,0 0 0,0-1 0,-1 1 0,1 0 0,-1 0 0,1 0 0,-1 0 0,-5-3 0,-1-3 0,13 10 0,1 0 0,-1 0 0,1 0 0,0 0 0,-1-1 0,1 0 0,0 0 0,-1-1 0,1 1 0,0-1 0,-1 0 0,5-1 0,74-21 0,-70 17 0,-1-1 0,0 0 0,19-15 0,24-14 0,-50 34 0,-1-1 0,0 0 0,0-1 0,0 1 0,-1 0 0,1-1 0,-1 0 0,0 0 0,0 0 0,0 0 0,-1-1 0,1 1 0,1-6 0,23-68 0,-18 45 0,-4 21 0,-2 5 0,0-1 0,-1 0 0,1 1 0,-1-1 0,-1 0 0,0 0 0,0 0 0,0 0 0,-1 0 0,-1-9 0,-29 65 0,-93 219 0,209-444 0,-29 68 0,-52 100 0,-1 0 0,1 1 0,-2-1 0,1 0 0,-1 0 0,2-10 0,-5 15 0,0-1 0,0 1 0,0 0 0,0 0 0,-1-1 0,1 1 0,-1 0 0,0 0 0,-1 0 0,1 0 0,-1 0 0,1 0 0,-1 0 0,-4-5 0,-5-14 0,11 23 0,0 0 0,0 0 0,0 0 0,0-1 0,0 1 0,0 0 0,0 0 0,0 0 0,0 0 0,0 0 0,0-1 0,0 1 0,0 0 0,0 0 0,0 0 0,0 0 0,0 0 0,0 0 0,0-1 0,0 1 0,0 0 0,0 0 0,0 0 0,0 0 0,1 0 0,-1 0 0,0 0 0,0-1 0,0 1 0,0 0 0,0 0 0,0 0 0,0 0 0,0 0 0,1 0 0,-1 0 0,0 0 0,0 0 0,0 0 0,0 0 0,0 0 0,1 0 0,-1 0 0,0 0 0,0 0 0,0 0 0,0 0 0,0 0 0,0 0 0,1 0 0,-1 0 0,0 0 0,0 0 0,0 0 0,0 0 0,0 0 0,0 0 0,1 0 0,-1 0 0,0 0 0,0 1 0,0-1 0,0 0 0,37 26 0,-1-2 0,-27-23 0,0-1 0,1 1 0,-1-2 0,0 1 0,0-1 0,1-1 0,-1 0 0,0 0 0,0 0 0,-1-1 0,14-7 0,-21 10 0,-1 0 0,1 0 0,-1 0 0,0 0 0,1-1 0,-1 1 0,1 0 0,-1 0 0,0 0 0,1-1 0,-1 1 0,0 0 0,1 0 0,-1-1 0,0 1 0,1 0 0,-1-1 0,0 1 0,0 0 0,1-1 0,-1 1 0,0 0 0,0-1 0,0 1 0,0 0 0,1-1 0,-1 1 0,0-1 0,0 1 0,0 0 0,0-1 0,0 1 0,0-1 0,0 1 0,0-1 0,0 1 0,0 0 0,0-1 0,0 1 0,-1-1 0,-16-9 0,-26 1 0,28 8 0,-18 1 0,33 0 0,-1 1 0,0-1 0,0 0 0,0 1 0,1-1 0,-1 1 0,0-1 0,1 1 0,-1-1 0,0 1 0,1 0 0,-1-1 0,1 1 0,-1 0 0,1-1 0,-1 1 0,1 0 0,-1 0 0,1-1 0,0 1 0,-1 0 0,1 0 0,0 0 0,0 0 0,0 0 0,0-1 0,0 1 0,-1 0 0,2 0 0,-1 0 0,0 0 0,0 1 0,-1 7 0,0 0 0,-1 0 0,0 0 0,0 0 0,-1 0 0,0 0 0,-1 0 0,0-1 0,0 0 0,-10 15 0,-17 39 0,19-31 0,7-20 0,0 0 0,1 0 0,0 0 0,1 0 0,1 1 0,0-1 0,0 1 0,1 20 0,12-52 0,3-14 0,-8 5 0,10-25 0,-12 65 0,-4 12 0,-6 14 0,-16 53 0,14-65 0,2-1 0,0 1 0,2 0 0,1 0 0,-1 50 0,12-232 0,-11 179 0,0-1 0,-2 1 0,0 0 0,-9 20 0,1 1 0,-2 20 0,9-36 0,-1 0 0,-19 47 0,21-130 0,8-118 0,-7 227 0,-14 67 0,103-406 0,-87 387 0,1-95 0,0 2 0,0 0 0,-1 0 0,0 0 0,0-1 0,-1 1 0,-3 7 0,1-15 0,2-11 0,0-14 0,2-33 0,8-73 0,-102 302 0,110-191 0,-10 15 0,-1 0 0,0 0 0,0 0 0,0 0 0,-1-1 0,0 1 0,0-1 0,3-8 0,-52 47 0,36-25 0,0-1 0,-1 0 0,1-1 0,-2 0 0,1-1 0,0 0 0,-1 0 0,0-1 0,0-1 0,0 0 0,-1-1 0,-12 1 0,18-2 0,-11 2 0,33-2 0,3-2 0,0 2 0,0 0 0,0 1 0,1 1 0,-2 1 0,21 6 0,-9-5 0,-30-4 0,-18 2 0,-26 5 0,-74 16 0,206-9 0,-83-15 0,9 1 0,-1 0 0,1 1 0,0 1 0,-1 0 0,1 0 0,22 11 0,-95-12 0,30-3 0,20 0 0,0 0 0,0 1 0,0 0 0,0 0 0,-18 4 0,30 1 0,1 0 0,0 0 0,1 0 0,-1-1 0,1 1 0,0-1 0,6 6 0,-8-9 0,12 15-1365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04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21 24575,'29'35'0,"-24"-30"0,-1 0 0,1-1 0,-1 2 0,0-1 0,4 9 0,-6-10 0,30 50 0,-31-53 0,0 1 0,0-1 0,0 0 0,0 0 0,0 0 0,0 0 0,0 0 0,1 0 0,-1 0 0,0-1 0,1 1 0,-1 0 0,0-1 0,1 1 0,1 0 0,-2-1 0,0 0 0,0-1 0,0 1 0,0 0 0,0 0 0,-1-1 0,1 1 0,0-1 0,0 1 0,0 0 0,0-1 0,-1 0 0,1 1 0,0-1 0,0 1 0,-1-1 0,1 0 0,0 0 0,-1 1 0,1-1 0,-1 0 0,1 0 0,-1 0 0,0 1 0,1-1 0,-1 0 0,1-1 0,1-4 0,-1 1 0,1-1 0,-1 1 0,0-1 0,0 0 0,-1 1 0,0-1 0,0 0 0,0 0 0,-1 1 0,0-1 0,0 1 0,-2-10 0,2 12 0,0 0 0,0-1 0,0 1 0,-1 0 0,1 0 0,-1 0 0,0 0 0,0 0 0,0 1 0,0-1 0,0 0 0,0 1 0,-1-1 0,1 1 0,-1 0 0,0 0 0,1 0 0,-1 0 0,0 1 0,0-1 0,-1 1 0,1-1 0,0 1 0,-4-1 0,6 3 0,0-1 0,0 0 0,0 0 0,0 0 0,0 1 0,1-1 0,-1 1 0,0-1 0,0 0 0,0 1 0,0 0 0,1-1 0,-1 1 0,0-1 0,0 1 0,1 0 0,-1-1 0,1 1 0,-1 0 0,1 0 0,-1 0 0,1-1 0,-1 1 0,1 0 0,0 0 0,-1 0 0,1 0 0,0 0 0,0 0 0,-1 0 0,1 0 0,0 0 0,0 0 0,0 0 0,0 0 0,1 0 0,-1-1 0,0 1 0,0 0 0,1 2 0,8 40 0,-7-40 0,-1 0 0,1 0 0,0 0 0,0 0 0,0-1 0,1 1 0,-1-1 0,1 0 0,-1 1 0,1-1 0,0-1 0,0 1 0,0 0 0,0 0 0,0-1 0,0 0 0,0 0 0,1 0 0,-1 0 0,0 0 0,1-1 0,-1 1 0,1-1 0,-1 0 0,0 0 0,1 0 0,-1 0 0,1-1 0,-1 1 0,0-1 0,1 0 0,-1 0 0,5-2 0,-6 2 0,0 0 0,0 0 0,1 0 0,-1-1 0,0 1 0,0-1 0,0 1 0,-1-1 0,1 1 0,0-1 0,-1 0 0,1 0 0,-1 0 0,1 0 0,-1 0 0,0 0 0,0 0 0,0-1 0,0 1 0,0 0 0,0-1 0,-1 1 0,1 0 0,-1-1 0,1 1 0,-1-1 0,0 1 0,0-1 0,0 1 0,-1 0 0,1-1 0,-1 1 0,1-1 0,-1 1 0,0 0 0,1-1 0,-1 1 0,-1 0 0,1 0 0,0 0 0,0 0 0,-1 0 0,1 0 0,-1 0 0,0 0 0,-2-2 0,3 3 0,0 0 0,0-1 0,0 1 0,0 0 0,0 0 0,0 0 0,0 0 0,-1 0 0,1 1 0,0-1 0,-1 0 0,1 1 0,0-1 0,-1 1 0,1-1 0,-1 1 0,1-1 0,-1 1 0,1 0 0,-1 0 0,1 0 0,-1 0 0,1 0 0,-1 0 0,-2 1 0,1 0 0,1 0 0,-1 0 0,0 1 0,1-1 0,-1 1 0,1 0 0,-1 0 0,1 0 0,0 0 0,0 0 0,0 0 0,-3 4 0,2-1 0,-1-1 0,1 1 0,0 0 0,1 0 0,-1 0 0,1 1 0,0-1 0,0 1 0,1-1 0,-1 1 0,1 0 0,1-1 0,-1 12 0,1-15 0,1 0 0,0 0 0,0 1 0,0-1 0,0 0 0,0 0 0,0-1 0,1 1 0,-1 0 0,0 0 0,1-1 0,0 1 0,-1 0 0,1-1 0,0 0 0,0 1 0,0-1 0,0 0 0,0 0 0,0 0 0,0 0 0,0 0 0,0-1 0,0 1 0,1-1 0,-1 1 0,0-1 0,0 0 0,1 0 0,-1 0 0,0 0 0,1 0 0,2-1 0,5 0 0,0-1 0,0 1 0,0-2 0,0 1 0,19-9 0,-13 4-119,-8 5 161,-1-1-1,-1 0 1,1-1 0,0 0 0,6-4 0,-12 7-83,0 0-1,0 0 0,0 1 1,0-1-1,0 0 1,-1 0-1,1 0 0,0 0 1,-1-1-1,1 1 1,0 0-1,-1 0 0,0 0 1,1 0-1,-1-1 1,1 1-1,-1 0 1,0 0-1,0 0 0,0-1 1,0 1-1,0 0 1,0-1-1,0 1 0,0 0 1,-1 0-1,1-1 1,0 1-1,-1 0 0,1 0 1,-1 0-1,1 0 1,-1 0-1,1-1 1,-2 0-1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10.834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1 629 24575,'4'0'0,"0"0"0,-1 0 0,1 1 0,0 0 0,0 0 0,0 0 0,0 0 0,-1 0 0,1 1 0,0 0 0,-1 0 0,0 0 0,1 0 0,-1 0 0,0 1 0,0-1 0,0 1 0,0 0 0,-1 0 0,1 0 0,-1 0 0,0 0 0,0 1 0,2 3 0,6 7 0,-7-10 0,1 0 0,-1 0 0,0 0 0,1 0 0,0-1 0,0 0 0,0 0 0,0 0 0,10 5 0,-46-52 0,26 37 0,0 1 0,0 0 0,0 1 0,-14-10 0,18 14 0,1 0 0,0 0 0,0 0 0,-1 1 0,1-1 0,0 0 0,-1 1 0,1-1 0,-1 1 0,1 0 0,-1-1 0,1 1 0,-1 0 0,1 0 0,-1 0 0,1 0 0,-1 0 0,1 0 0,-1 1 0,1-1 0,0 0 0,-1 1 0,1-1 0,-1 1 0,1-1 0,0 1 0,-1 0 0,1 0 0,0-1 0,0 1 0,-1 0 0,1 0 0,0 0 0,0 0 0,0 1 0,-1 1 0,2-2 0,-1-1 0,1 1 0,0 0 0,0-1 0,0 1 0,0-1 0,0 1 0,0 0 0,0-1 0,0 1 0,0-1 0,0 1 0,0 0 0,1-1 0,-1 1 0,0-1 0,0 1 0,1-1 0,-1 1 0,0-1 0,1 1 0,-1-1 0,0 1 0,1-1 0,-1 1 0,1-1 0,-1 1 0,1-1 0,-1 0 0,1 1 0,-1-1 0,1 0 0,-1 1 0,1-1 0,-1 0 0,1 0 0,0 0 0,-1 0 0,1 1 0,-1-1 0,1 0 0,0 0 0,0 0 0,0 0 0,1 1 0,-1-1 0,0 0 0,0 0 0,1 1 0,-1-1 0,0 0 0,1 0 0,-1 0 0,0 0 0,1 0 0,-1-1 0,0 1 0,0 0 0,1-1 0,-1 1 0,0 0 0,0-1 0,0 0 0,1 1 0,-1-1 0,2-1 0,4-11 0,-1 0 0,0 0 0,-1 0 0,0-1 0,-1 0 0,-1 0 0,3-19 0,8-30 0,4 9 0,28-61 0,-43 107 0,0-1 0,-1 0 0,0 0 0,0 0 0,-1 0 0,-1 0 0,1 0 0,-1 0 0,-2-14 0,1 13 0,0 0 0,1 0 0,0-1 0,1 1 0,0 0 0,4-16 0,-1 18 18,0-1-1,0 0 0,1 1 0,0 0 1,7-8-1,-7 9-201,0 0 1,-1 0-1,1 0 0,-1 0 1,-1-1-1,1 0 1,1-8-1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11.857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1 1 24575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7:05.739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5 1 24575,'-2'61'-38,"0"-39"-228,1 1 1,1-1 0,1 1-1,6 31 1,-6-48-6561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7:08.007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45 24575,'1'-3'0,"0"0"0,0 0 0,0 0 0,0 1 0,0-1 0,1 1 0,-1-1 0,1 1 0,3-5 0,-4 6 0,-1 1 0,1-1 0,-1 0 0,1 0 0,-1 0 0,1 1 0,-1-1 0,1 0 0,0 1 0,0-1 0,-1 0 0,1 1 0,0-1 0,0 1 0,0-1 0,-1 1 0,1 0 0,0-1 0,0 1 0,0 0 0,0-1 0,0 1 0,0 0 0,0 0 0,0 0 0,0 0 0,0 0 0,0 0 0,0 0 0,0 0 0,1 1 0,-2 3-105,1 0 0,-1-1 0,-1 1 0,1 0 0,0 0 0,-1 0 0,0-1 0,0 1 0,0 0 0,0-1 0,-1 1 0,-2 4 0,2-3-6721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3.169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3.58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24575,'0'0'-8191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4.009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 24575,'0'0'-8191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4.377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1 24575,'0'0'-8191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4.715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 24575,'0'0'-8191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5.037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1 24575,'0'0'-8191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5.435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0 1 24575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5.81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 24575,'0'0'-8191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6.398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0 24575,'0'0'-8191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7.23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24575,'1'0'0,"1"2"0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7.753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24575,'0'0'-8191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28.165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2 24575,'0'-1'0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38.61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2200 117 24575,'-9'-2'0,"0"-2"0,1 0 0,0 0 0,0 0 0,0-1 0,-8-6 0,0 1 0,-1 0 0,-1 1 0,1 1 0,-2 1 0,1 0 0,-1 1 0,-37-6 0,24 7 0,0 0 0,0 3 0,0 0 0,-55 5 0,75-1 0,1 0 0,-1 0 0,1 2 0,0-1 0,0 1 0,0 1 0,0 0 0,1 0 0,0 1 0,-17 13 0,2-3 0,-34 22 0,-87 74 0,132-100 0,0 1 0,-1-2 0,0 0 0,-1-1 0,0 0 0,-1-1 0,0-1 0,-19 6 0,8-4 0,-1-2 0,0-1 0,0-1 0,0-2 0,-60 2 0,60-6 0,16 1 0,-1 0 0,0-1 0,0-1 0,1 0 0,-1-1 0,0 0 0,1-1 0,0-1 0,-1 0 0,1-1 0,1 0 0,-15-9 0,-43-31 0,-1 2 0,-79-33 0,81 44 0,10 5 0,-66-21 0,105 42-151,0 1-1,0 1 0,0 2 0,-1 0 1,1 0-1,-1 2 0,0 1 1,-26 4-1,39-3-6674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43.66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2490 98 24575,'-9'-1'0,"0"-1"0,1 1 0,-1-2 0,1 1 0,-1-1 0,1 0 0,-15-9 0,-35-11 0,13 12 0,-46-8 0,37 13 0,-99-5 0,121 10 0,0 3 0,0 0 0,0 2 0,-39 10 0,53-9 0,1 1 0,0 1 0,0 1 0,1 0 0,0 1 0,0 1 0,1 0 0,-27 25 0,19-15 0,-2 0 0,0-1 0,-1-2 0,0 0 0,-1-2 0,-1-1 0,-1-2 0,0 0 0,0-2 0,-38 8 0,36-12 0,17-3 0,0 0 0,1-1 0,-20 0 0,-165 15 0,125-14 0,46-1 0,0-2 0,-1 0 0,-42-6 0,36-4 0,0-1 0,-62-28 0,4 1 0,-23-11 0,-33-12 0,131 56 0,0 0 0,-1 2 0,1 0 0,0 0 0,-1 2 0,-33 0 0,37 3-273,1 0 0,0 0 0,-1 1 0,-21 8 0,27-8-6553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48.23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2812 146 24575,'-10'-7'0,"0"0"0,0 1 0,-1 0 0,0 0 0,0 1 0,-1 1 0,-17-5 0,-12-5 0,0-1 0,-2 1 0,1 3 0,-1 1 0,-1 2 0,-63-3 0,39 5 0,-92-1 0,138 8 0,-1 1 0,1 1 0,0 1 0,0 0 0,-27 11 0,-18 7 0,39-14 0,0 2 0,1 0 0,0 2 0,0 1 0,-48 32 0,52-31 0,0-1 0,-1-1 0,0-1 0,-1-1 0,0-1 0,-1-1 0,-39 7 0,-184 29 0,227-41 0,0-2 0,0-1 0,0-1 0,-24-3 0,-39-2 0,55 4 0,1-1 0,0-1 0,0-1 0,0-2 0,-28-10 0,-215-93 0,248 100 0,0 1 0,-1 1 0,0 1 0,0 1 0,-1 1 0,-30-1 0,15 5 0,1 1 0,-1 3 0,-49 8 0,20 2-1365,55-10-5461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56.97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 1 24575,'-2'40'0,"1"-31"0,0-1 0,1 1 0,0 0 0,0 0 0,1 0 0,3 15 0,-3-21 0,0 0 0,1 0 0,-1 0 0,1 0 0,0-1 0,0 1 0,0 0 0,0-1 0,0 0 0,0 1 0,1-1 0,-1 0 0,1 0 0,0 0 0,-1-1 0,1 1 0,0-1 0,0 1 0,0-1 0,0 0 0,0 0 0,1 0 0,3 0 0,4 1 0,0-1 0,-1 0 0,1-1 0,0 0 0,0-1 0,0 0 0,0-1 0,-1 0 0,1 0 0,-1-1 0,1-1 0,-1 0 0,0 0 0,0-1 0,-1 0 0,0-1 0,12-8 0,-11 8 0,-7 3 0,0 1 0,0-1 0,0 1 0,1 0 0,-1 1 0,1-1 0,-1 1 0,1-1 0,6 0 0,-8 2 0,-1 0 0,1 1 0,0-1 0,-1 1 0,1 0 0,0-1 0,-1 1 0,1 0 0,-1 0 0,0 0 0,1 0 0,-1 0 0,0 0 0,1 0 0,-1 1 0,0-1 0,0 0 0,0 1 0,0-1 0,0 1 0,0-1 0,-1 1 0,1-1 0,0 1 0,0 2 0,4 6 0,0-1 0,0-1 0,1 1 0,0-1 0,1 0 0,0 0 0,0 0 0,0-1 0,1-1 0,0 1 0,1-1 0,0 0 0,0-1 0,0 0 0,0-1 0,1 0 0,15 5 0,-2-3 0,1-1 0,-1-2 0,1 0 0,0-1 0,-1-2 0,40-3 0,-53 2 0,0 0 0,0-1 0,0 0 0,0-1 0,0 0 0,0-1 0,-1 0 0,1 0 0,-1-1 0,0 0 0,-1-1 0,1 1 0,-1-2 0,0 1 0,-1-1 0,0-1 0,0 1 0,0-1 0,-1 0 0,0-1 0,-1 0 0,1 1 0,-2-2 0,6-12 0,-10 22 0,0-1 0,0 0 0,1 0 0,-1 1 0,1-1 0,-1 0 0,1 1 0,-1-1 0,1 0 0,-1 1 0,1-1 0,-1 1 0,1-1 0,0 1 0,-1-1 0,1 1 0,0 0 0,0-1 0,-1 1 0,1 0 0,0-1 0,0 1 0,-1 0 0,1 0 0,0 0 0,0 0 0,0 0 0,0 0 0,-1 0 0,1 0 0,0 0 0,0 0 0,0 0 0,-1 0 0,1 0 0,0 1 0,0-1 0,-1 0 0,1 1 0,0-1 0,-1 1 0,1-1 0,0 0 0,-1 1 0,1 0 0,0-1 0,-1 1 0,2 0 0,39 42 0,-22-21 0,-7-12 0,1 0 0,0-1 0,0 0 0,1-1 0,0-1 0,0 0 0,1-1 0,0 0 0,0-2 0,17 4 0,-22-4 0,0-2 0,0 1 0,0-2 0,0 1 0,1-1 0,-1-1 0,0 0 0,1 0 0,-1-1 0,0 0 0,0-1 0,0 0 0,0-1 0,0 0 0,0 0 0,0-1 0,-1-1 0,0 1 0,0-2 0,0 1 0,-1-1 0,1 0 0,-2-1 0,1 0 0,-1 0 0,8-9 0,-1-5 0,0-1 0,-1-1 0,12-28 0,-24 50 0,-1 0 0,0 1 0,1-1 0,-1 0 0,1 1 0,-1-1 0,1 0 0,-1 1 0,1-1 0,-1 1 0,1-1 0,0 1 0,-1-1 0,1 1 0,0 0 0,-1-1 0,1 1 0,0 0 0,-1 0 0,1-1 0,0 1 0,0 0 0,-1 0 0,1 0 0,0 0 0,0 0 0,0 0 0,-1 0 0,1 0 0,0 0 0,0 0 0,-1 0 0,1 1 0,0-1 0,0 0 0,-1 0 0,1 1 0,0-1 0,-1 1 0,1-1 0,0 0 0,-1 1 0,1-1 0,-1 1 0,2 0 0,34 34 0,-19-18 0,-8-10 0,1 0 0,0 0 0,0-2 0,0 1 0,1-1 0,0 0 0,0-1 0,0-1 0,1 0 0,-1 0 0,15 1 0,-20-4 0,1 1 0,0-2 0,-1 1 0,1-1 0,-1 1 0,1-2 0,-1 1 0,1-1 0,-1 0 0,0 0 0,0-1 0,0 0 0,0 0 0,0 0 0,0-1 0,-1 0 0,0 0 0,0 0 0,0-1 0,0 1 0,4-7 0,53-52-1365,-59 58-5461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15.960"/>
    </inkml:context>
    <inkml:brush xml:id="br0">
      <inkml:brushProperty name="width" value="0.025" units="cm"/>
      <inkml:brushProperty name="height" value="0.025" units="cm"/>
      <inkml:brushProperty name="color" value="#F7FC24"/>
    </inkml:brush>
  </inkml:definitions>
  <inkml:trace contextRef="#ctx0" brushRef="#br0">132 900 24575,'21'-46'0,"-18"43"0,-1-1 0,1 1 0,-1-1 0,0 0 0,0 0 0,-1 0 0,1 0 0,-1 0 0,0-1 0,0 1 0,0 0 0,-1-1 0,1 1 0,-1 0 0,0-1 0,0 1 0,-1-1 0,1 1 0,-1 0 0,0 0 0,0-1 0,-2-3 0,-7-10 0,0 0 0,-1 0 0,-2 1 0,1 0 0,-19-17 0,13 15 0,2-1 0,-23-36 0,83 31 0,-7-18 0,-15 17 0,0 0 0,-2-1 0,22-38 0,-41 64 0,-1-1 0,1 0 0,0 0 0,-1 0 0,1 0 0,-1 0 0,1 0 0,-1 0 0,0 0 0,0 0 0,0 0 0,0 0 0,0 0 0,-1 0 0,1 0 0,0 0 0,-1 0 0,0 0 0,1 0 0,-1 0 0,-1-2 0,-29-35 0,9 13 0,-16-25 0,24 34 0,1 0 0,0-1 0,-13-27 0,-8-17-1365,31 56-5461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20.552"/>
    </inkml:context>
    <inkml:brush xml:id="br0">
      <inkml:brushProperty name="width" value="0.025" units="cm"/>
      <inkml:brushProperty name="height" value="0.025" units="cm"/>
      <inkml:brushProperty name="color" value="#F7FC24"/>
    </inkml:brush>
  </inkml:definitions>
  <inkml:trace contextRef="#ctx0" brushRef="#br0">1 0 24575,'0'1'0,"1"1"0,1 0 0,0 1 0,2-1 0,0 1 0,0 0 0,1-1 0,0-1 0,0 1 0,0 0 0,0 0 0,1-1 0,0-1 0,0 1 0,0-1 0,1 0 0,-2 0-8191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31.277"/>
    </inkml:context>
    <inkml:brush xml:id="br0">
      <inkml:brushProperty name="width" value="0.025" units="cm"/>
      <inkml:brushProperty name="height" value="0.025" units="cm"/>
      <inkml:brushProperty name="color" value="#F7FC24"/>
    </inkml:brush>
  </inkml:definitions>
  <inkml:trace contextRef="#ctx0" brushRef="#br0">118 9 24575,'-1'-1'0,"0"0"0,0 0 0,0 0 0,0 1 0,0-1 0,-1 0 0,1 1 0,0-1 0,0 1 0,-1 0 0,1-1 0,0 1 0,-1 0 0,1 0 0,0 0 0,-1 0 0,1 0 0,0 0 0,-3 0 0,-28 1 0,6 4 0,39 5 0,-7-6 0,16 4 0,-19-8 0,0 1 0,0 0 0,0-1 0,0 1 0,0 0 0,0 1 0,-1-1 0,1 0 0,0 1 0,-1-1 0,1 1 0,-1 0 0,0 0 0,1 0 0,-1 0 0,3 4 0,-6-5 0,0 0 0,-1 0 0,1-1 0,0 1 0,0 0 0,0-1 0,0 1 0,-1-1 0,1 1 0,0-1 0,-1 1 0,1-1 0,0 0 0,-1 0 0,1 0 0,0 0 0,-1 0 0,1 0 0,0 0 0,-1 0 0,-1-1 0,1 1 0,1 0 0,-1 0 0,1 0 0,0 0 0,-1 0 0,1 0 0,0 0 0,-1-1 0,1 1 0,0 0 0,-1-1 0,1 1 0,0-1 0,-1 1 0,1-1 0,0 0 0,0 0 0,0 1 0,0-1 0,-1-1 0,3 1 0,0 0 0,1 0 0,-1 0 0,1 0 0,0 0 0,-1 1 0,1-1 0,0 1 0,-1-1 0,1 1 0,0-1 0,0 1 0,-1 0 0,1 0 0,0 0 0,0 0 0,1 1 0,0-1 0,-1 0 0,1 0 0,-1 0 0,1-1 0,-1 1 0,1-1 0,-1 1 0,0-1 0,1 0 0,-1 0 0,3-1 0,-53-15 0,20 18 0,24-1 0,1 1 0,-1-1 0,0 0 0,0 0 0,0 0 0,0-1 0,1 1 0,-1-1 0,0 0 0,0 0 0,-5-2 0,11 2 0,-1 0 0,1 0 0,0 0 0,0 1 0,-1-1 0,1 0 0,0 1 0,0 0 0,0-1 0,0 1 0,0 0 0,-1 0 0,1 0 0,0 0 0,0 1 0,0-1 0,3 1 0,8 8 0,-1 0 0,0 1 0,-1 0 0,0 1 0,14 19 0,-5-9 0,15 25 0,-32-42 0,-4-6 0,-18-24 0,-6-16 0,23 38 0,4 5 0,12 23 0,44 64 0,-63-92 0,1 0 0,0 0 0,1 0 0,-1 0 0,1-1 0,0 1 0,0-1 0,-4-9 0,11 17 0,1 0 0,0 0 0,-1 0 0,0 1 0,0 0 0,5 5 0,-54-72 0,16 26 0,22 32 0,9 12 0,11 24 0,28 44 0,-31-60 0,-6-10 0,-1-1 0,0 2 0,0-1 0,0 0 0,0 1 0,1 6 0,-43-49 0,-59-67 0,123 125 0,-18-17 0,-1 1 0,1 0 0,-1 1 0,-1-1 0,1 1 0,-1 0 0,5 7 0,-78-101 0,118 135 0,-20-20 0,-30-27 0,0 0 0,0 0 0,0 0 0,1 0 0,-1 0 0,0 1 0,0-1 0,0 0 0,0 0 0,0 0 0,0 0 0,1 0 0,-1 0 0,0 0 0,0 0 0,0 0 0,0 0 0,0 0 0,0 0 0,1 0 0,-1 0 0,0 0 0,0 0 0,0 0 0,0-1 0,0 1 0,0 0 0,0 0 0,1 0 0,-1 0 0,0 0 0,0 0 0,0 0 0,0 0 0,0 0 0,0 0 0,0 0 0,0-1 0,0 1 0,0 0 0,1 0 0,-1 0 0,0 0 0,0 0 0,0 0 0,0-1 0,0 1 0,0 0 0,0 0 0,0 0 0,0 0 0,0 0 0,0 0 0,0-1 0,0 1 0,0 0 0,0 0 0,0 0 0,0 0 0,0 0 0,-1-1 0,-7-21 0,-6-14-1365,13 29-5461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51.278"/>
    </inkml:context>
    <inkml:brush xml:id="br0">
      <inkml:brushProperty name="width" value="0.05" units="cm"/>
      <inkml:brushProperty name="height" value="0.05" units="cm"/>
      <inkml:brushProperty name="color" value="#F7FC24"/>
    </inkml:brush>
  </inkml:definitions>
  <inkml:trace contextRef="#ctx0" brushRef="#br0">81 28 24575,'-1'0'0,"0"1"0,0-1 0,0 0 0,-1 0 0,1 0 0,0 0 0,0 0 0,0 0 0,0-1 0,0 1 0,0 0 0,0 0 0,0-1 0,0 1 0,0 0 0,0-1 0,0 1 0,1-1 0,-1 0 0,0 1 0,0-1 0,0 1 0,1-1 0,-1 0 0,-1-1 0,-10-10 0,12 11 0,-1 1 0,1-1 0,-1 1 0,1-1 0,-1 1 0,0-1 0,1 1 0,-1-1 0,0 1 0,1 0 0,-1-1 0,0 1 0,1 0 0,-1 0 0,0 0 0,0 0 0,1 0 0,-1-1 0,0 1 0,0 0 0,1 1 0,-1-1 0,0 0 0,0 0 0,1 0 0,-1 0 0,0 0 0,0 1 0,1-1 0,-1 0 0,0 1 0,0 0 0,-1 0 0,1 1 0,-1-1 0,1 1 0,0 0 0,0 0 0,0-1 0,-1 1 0,2 0 0,-1 0 0,0 0 0,0 0 0,0 3 0,0-3 0,0 1 0,0 0 0,1 0 0,-1 0 0,1 0 0,0 0 0,0 0 0,0 0 0,0 0 0,0 0 0,1 0 0,-1 0 0,1 0 0,0-1 0,-1 1 0,1 0 0,1 0 0,-1-1 0,3 5 0,10 6 31,-1 1-1,19 25 1,-23-27-323,1 1 1,0-2 0,1 1-1,22 17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08.115"/>
    </inkml:context>
    <inkml:brush xml:id="br0">
      <inkml:brushProperty name="width" value="0.025" units="cm"/>
      <inkml:brushProperty name="height" value="0.025" units="cm"/>
      <inkml:brushProperty name="color" value="#F7FC24"/>
    </inkml:brush>
  </inkml:definitions>
  <inkml:trace contextRef="#ctx0" brushRef="#br0">1 1 24575,'4'3'0,"-1"0"0,1 0 0,-1 0 0,0 0 0,1 1 0,-2 0 0,1-1 0,0 1 0,-1 0 0,1 0 0,2 8 0,-3-7 0,130 208 0,-131-210 0,0 0 0,1 0 0,-1 0 0,-1 0 0,1 1 0,0-1 0,-1 1 0,0-1 0,1 0 0,-1 1 0,-1-1 0,1 0 0,0 1 0,-1-1 0,0 0 0,0 1 0,0-1 0,0 0 0,0 0 0,-1 0 0,1 0 0,-1 0 0,0 0 0,0 0 0,-2 2 0,-8 9 0,0 0 0,-1-2 0,-23 20 0,9-9 0,24-21 0,-3 3 0,0 1 0,-1 0 0,2 0 0,-1 1 0,1 0 0,-5 8 0,8-12 0,2-1 0,-1 0 0,0 1 0,0-1 0,1 1 0,0-1 0,-1 1 0,1-1 0,0 1 0,0-1 0,0 1 0,0-1 0,1 1 0,-1-1 0,1 1 0,0-1 0,-1 1 0,1-1 0,0 0 0,1 1 0,-1-1 0,0 0 0,0 0 0,4 3 0,55 68 0,-44-56 0,-1 0 0,-1 1 0,-1 1 0,19 33 0,-32-50 0,1 1 0,0 0 0,-1-1 0,0 1 0,1 0 0,-1 0 0,0-1 0,-1 1 0,1 0 0,0 0 0,-1-1 0,1 1 0,-1 0 0,0-1 0,0 1 0,-2 4 0,-29 47 0,14-22 0,-15 38-1365,31-65-5461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11.111"/>
    </inkml:context>
    <inkml:brush xml:id="br0">
      <inkml:brushProperty name="width" value="0.025" units="cm"/>
      <inkml:brushProperty name="height" value="0.025" units="cm"/>
      <inkml:brushProperty name="color" value="#F7FC24"/>
    </inkml:brush>
  </inkml:definitions>
  <inkml:trace contextRef="#ctx0" brushRef="#br0">1 86 24575,'11'-2'-91,"1"1"0,-1-2 0,0 0 0,1 0 0,-2-1 0,1 0 0,0-1 0,-1 0 0,0-1 0,0 0 0,0-1 0,-1 0 0,0 0 0,10-12 0,-14 16-6735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39.957"/>
    </inkml:context>
    <inkml:brush xml:id="br0">
      <inkml:brushProperty name="width" value="0.05" units="cm"/>
      <inkml:brushProperty name="height" value="0.05" units="cm"/>
      <inkml:brushProperty name="color" value="#F7FC24"/>
    </inkml:brush>
  </inkml:definitions>
  <inkml:trace contextRef="#ctx0" brushRef="#br0">112 142 24575,'4'3'0,"19"18"0,-35-41 0,-84-114 0,95 133 0,0 0 0,0 0 0,0 0 0,0 0 0,0 1 0,0-1 0,-1 0 0,1 0 0,0 1 0,0-1 0,-1 0 0,1 1 0,-1 0 0,1-1 0,0 1 0,-1 0 0,-2-1 0,-1 6 0,15 9 0,3-3 0,0 1 0,-2 0 0,18 23 0,-26-31 0,0 1 0,0-1 0,-1 1 0,0-1 0,0 1 0,0 0 0,0 0 0,-1 0 0,0 0 0,0 0 0,0 0 0,-1 0 0,1 0 0,-1 0 0,0 0 0,-2 9 0,-24-62 0,24 41 0,4 8 0,10 12 0,15 26 0,1-5 0,-28-32 0,1-1 0,-1 0 0,1 0 0,0 0 0,0-1 0,0 1 0,0 0 0,0 0 0,0 0 0,0-1 0,0 1 0,0 0 0,0-1 0,0 1 0,0-1 0,0 1 0,0-1 0,1 0 0,-1 1 0,0-1 0,0 0 0,0 0 0,1 0 0,-1 0 0,0 0 0,0 0 0,1 0 0,-1 0 0,0-1 0,3 0 0,-4 1 0,0-1 0,0 1 0,0-1 0,0 1 0,1-1 0,-1 1 0,0-1 0,0 0 0,0 1 0,0-1 0,0 1 0,0-1 0,0 1 0,-1-1 0,1 1 0,0-1 0,0 1 0,0-1 0,0 0 0,-1 1 0,1-1 0,0 1 0,-1 0 0,1-1 0,0 1 0,-1-1 0,1 1 0,0-1 0,-2 0 0,-1 1 0,11 13 0,-7-11-57,0-1 0,0 0 1,0 0-1,-1 0 0,1 1 0,0-1 0,-1 0 0,1 1 0,-1-1 0,1 1 0,-1-1 1,1 0-1,-1 1 0,0-1 0,0 1 0,0-1 0,0 1 0,0-1 0,0 1 1,0-1-1,-1 1 0,1-1 0,-1 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45.268"/>
    </inkml:context>
    <inkml:brush xml:id="br0">
      <inkml:brushProperty name="width" value="0.05" units="cm"/>
      <inkml:brushProperty name="height" value="0.05" units="cm"/>
      <inkml:brushProperty name="color" value="#F7FC24"/>
    </inkml:brush>
  </inkml:definitions>
  <inkml:trace contextRef="#ctx0" brushRef="#br0">252 16 24575,'-3'1'0,"0"-1"0,0 1 0,0 0 0,0 0 0,0 0 0,1 1 0,-1-1 0,0 0 0,1 1 0,-1 0 0,1 0 0,-1 0 0,1 0 0,0 0 0,0 0 0,-3 4 0,-35 48 0,23-29 0,3-1 0,16-18 0,13-11 0,-7 1 0,0-2 0,-1 1 0,1-1 0,-1 0 0,0-1 0,-1 1 0,0-1 0,0-1 0,0 1 0,5-11 0,-11 16 0,-1 0 0,1-1 0,-1 1 0,0 0 0,1 0 0,-1 0 0,0-1 0,0 1 0,-1 0 0,1 0 0,0 1 0,-1-1 0,1 0 0,-1 0 0,1 1 0,-1-1 0,0 0 0,0 1 0,0 0 0,0-1 0,-2 0 0,-23-24 0,25 25 0,0 8 0,-3 20 0,-2 9 0,4-30 0,-1 0 0,1 0 0,-1 0 0,-1-1 0,1 1 0,-1-1 0,0 0 0,-9 7 0,-22 25 0,27-24 0,5-6 0,-1 0 0,1 0 0,-1-1 0,-1 0 0,0 0 0,0 0 0,0 0 0,-7 4 0,2-8 0,16-11 0,15-13 0,-13 16-1365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48.011"/>
    </inkml:context>
    <inkml:brush xml:id="br0">
      <inkml:brushProperty name="width" value="0.05" units="cm"/>
      <inkml:brushProperty name="height" value="0.05" units="cm"/>
      <inkml:brushProperty name="color" value="#F7FC24"/>
    </inkml:brush>
  </inkml:definitions>
  <inkml:trace contextRef="#ctx0" brushRef="#br0">8 382 24575,'3'-2'0,"0"1"0,0-1 0,0 0 0,0 0 0,0 0 0,0 0 0,0 0 0,-1-1 0,1 1 0,-1-1 0,0 0 0,3-4 0,15-15 0,-18 21 0,11-7 0,-1-2 0,1 1 0,-2-1 0,1-1 0,9-12 0,-19 21 0,-1 0 0,0 0 0,1 1 0,-1-1 0,0 0 0,0 0 0,0-1 0,0 1 0,0 0 0,0 0 0,-1 0 0,1-1 0,-1 1 0,1 0 0,-1-1 0,0 1 0,0 0 0,0-1 0,0 1 0,0 0 0,-1-1 0,1 1 0,-1 0 0,0 0 0,1-1 0,-1 1 0,0 0 0,0 0 0,0 0 0,-1 0 0,1 0 0,0 0 0,-1 0 0,1 1 0,-1-1 0,0 0 0,1 1 0,-1-1 0,0 1 0,0 0 0,0 0 0,-3-2 0,-3-3 0,1-1 0,0 1 0,0-2 0,0 1 0,1-1 0,0 0 0,1 0 0,-7-14 0,6 11 0,-1 0 0,1 1 0,-2 0 0,-14-16 0,3 7-1365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3:00.698"/>
    </inkml:context>
    <inkml:brush xml:id="br0">
      <inkml:brushProperty name="width" value="0.05" units="cm"/>
      <inkml:brushProperty name="height" value="0.05" units="cm"/>
      <inkml:brushProperty name="color" value="#F7FC24"/>
    </inkml:brush>
  </inkml:definitions>
  <inkml:trace contextRef="#ctx0" brushRef="#br0">1 0 24575,'1'5'0,"0"0"0,1 0 0,-1 0 0,1-1 0,1 1 0,-1-1 0,0 1 0,1-1 0,0 0 0,0 0 0,5 5 0,9 13 0,74 116 0,-90-135 0,-3-5 0,-10-13 0,-7-16 0,56 58 0,-21-7 0,-18-19 0,-11-10 0,-22-45 0,28 43 0,12 21 0,-1-2 0,0 1 0,0-1 0,0 1 0,-1 0 0,-1-1 0,1 1 0,-2 0 0,1 1 0,-1-1 0,0 0 0,-2 18 0,8-31 0,11-7 0,-13 15 0,-7 14 0,-1-10 0,-1 1 0,0-1 0,-1 0 0,0 0 0,0 0 0,-1-1 0,0 0 0,0 0 0,0 0 0,-1-1 0,0 0 0,-1 0 0,1-1 0,-1 0 0,-14 7 0,21-11 0,1-1 0,0 1 0,-1-1 0,1 0 0,-1 1 0,1-1 0,0 0 0,-1 0 0,1 1 0,-1-1 0,1 0 0,-1 0 0,1 0 0,-1 0 0,1 1 0,-1-1 0,1 0 0,-1 0 0,1 0 0,-1 0 0,1 0 0,-1 0 0,1 0 0,-1-1 0,1 1 0,-1 0 0,1 0 0,-1 0 0,1 0 0,-1-1 0,1 1 0,0 0 0,-1 0 0,1-1 0,-1 1 0,1 0 0,0-1 0,-1 1 0,0-1 0,4-22 0,21-27 0,-24 49 0,5-7 0,-1 0 0,0 0 0,-1-1 0,0 1 0,0-1 0,2-16 0,-4 21 0,-1 0 0,0 0 0,0 0 0,-1 0 0,1 0 0,-1 0 0,0 0 0,0 0 0,0 0 0,-1 0 0,1 0 0,-1 0 0,0 1 0,0-1 0,0 0 0,-1 1 0,-2-4 0,3 3 0,0 0 0,0 0 0,0 0 0,1 0 0,-1 0 0,1 0 0,0-1 0,1 1 0,-1-8 0,2 17 0,0 0 0,1 0 0,0 0 0,0 0 0,0 0 0,1-1 0,0 1 0,0-1 0,5 7 0,-4-7 0,0 1 0,-1-1 0,0 1 0,0 0 0,0 0 0,-1 0 0,0 1 0,0-1 0,0 0 0,2 11 0,0 9-47,-3-23-2,0-1 0,0 1 0,-1 0 1,1 0-1,-1 0 0,0 0 0,1 0 0,-1 0 1,0-1-1,0 1 0,0 0 0,0 0 0,-1 0 1,1 0-1,-1 0 0,1 0 0,-1 0 0,1-1 0,-1 1 1,0 0-1,0 0 0,0-1 0,0 1 0,0-1 1,0 1-1,-2 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3:21.1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0 510 24527,'914'-509'0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3:26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24470,'947'523'0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3:48.24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54 24575,'76'-49'0,"-74"48"0,0 1 0,0-1 0,0 0 0,0 1 0,0-1 0,1 1 0,-1-1 0,0 1 0,0 0 0,1 0 0,-1 0 0,0 1 0,0-1 0,0 0 0,1 1 0,-1-1 0,4 3 0,42 19 0,-12-5 0,-23-12 0,0 1 0,0 1 0,23 15 0,30 16 0,-49-32 0,38 15 0,-1 2 0,67 39 0,-93-38 55,-23-20-233,-1 1 1,1-2-1,-1 1 1,1 0-1,0-1 1,0 0-1,7 3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3:51.58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1051 168 24575,'-23'-10'0,"-43"-12"0,30 11 0,-3-2 0,4 2 0,-51-23 0,56 21 0,-1 2 0,0 1 0,-1 1 0,0 1 0,-64-5 0,93 12 0,-1 0 0,1 1 0,0 0 0,0 0 0,-1 0 0,1 0 0,0 1 0,-1-1 0,1 1 0,0 0 0,0 0 0,0 0 0,0 0 0,0 0 0,0 1 0,0-1 0,0 1 0,0 0 0,1 0 0,-1 0 0,1 0 0,-1 0 0,-3 5 0,0-1 0,-64 62 0,46-48 0,-53 31 0,62-43 0,10-4 0,0-1 0,-1 0 0,0-1 0,1 1 0,-1-1 0,0 0 0,0-1 0,0 0 0,0 0 0,-1 0 0,1 0 0,0-1 0,-12-1 0,18 1 0,-1 0 0,1 0 0,0 0 0,-1 0 0,1-1 0,0 1 0,0 0 0,-1 0 0,1 0 0,0 0 0,0-1 0,-1 1 0,1 0 0,0 0 0,0-1 0,-1 1 0,1 0 0,0 0 0,0-1 0,0 1 0,0 0 0,0-1 0,-1 1 0,1 0 0,0-1 0,0 1 0,0 0 0,0-1 0,0 1 0,0 0 0,0-1 0,0 1 0,0 0 0,0-1 0,0 1 0,0 0 0,0-1 0,0 1 0,1 0 0,-1-1 0,0 1 0,14-17 0,19-6 0,-20 15 0,5-3 0,0 1 0,0 1 0,1 0 0,31-9 0,-42 20 0,-13 8 0,-12 7 0,4-10 0,1 0 0,-2-1 0,1-1 0,0 0 0,-28 5 0,26-7 0,1 1 0,0 0 0,0 1 0,1 0 0,-1 1 0,-12 9 0,-73 40-1365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4:10.01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222 1 24575,'-50'16'-8223,"10"-3"6622,-5 16 10891,45-28-9127,19 4 755,28-7-1465,-47 2 547,1 0 0,-1 0 0,0 0 0,1 0 0,-1 0 0,1 0 0,-1 0 0,1 0 0,-1 0 0,1 0 0,-1 0 0,0 0 0,1 0 0,-1 0 0,1 0 0,-1 0 0,1-1 0,-1 1 0,0 0 0,1 0 0,-1-1 0,0 1 0,1 0 0,-1 0 0,0-1 0,1 1 0,-1 0 0,0-1 0,1 1 0,-1-1 0,0 1 0,0 0 0,0-1 0,1 1 0,-1-1 0,0 1 0,0 0 0,0-1 0,0 1 0,0-1 0,0 0 0,-20-8 0,-37-1 0,24 3 0,46 20 0,-20-12 0,-26-20 0,32 18 0,0 1 0,0-1 0,1 0 0,-1 1 0,0-1 0,0 0 0,0 1 0,0-1 0,0 1 0,1 0 0,-1-1 0,0 1 0,0 0 0,0-1 0,0 1 0,0 0 0,0 0 0,0 0 0,0 0 0,0 0 0,0 0 0,0 0 0,0 0 0,0 1 0,-2 0 0,1 6 0,16 5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4:01.31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163 1 24575,'-46'1'0,"-59"11"0,105-12 0,-1 0 0,1 0 0,0 0 0,-1 0 0,1-1 0,0 1 0,-1 0 0,1 0 0,-1 0 0,1 0 0,0 0 0,-1 1 0,1-1 0,0 0 0,-1 0 0,1 0 0,-1 0 0,1 0 0,0 0 0,-1 1 0,1-1 0,0 0 0,-1 0 0,1 1 0,0-1 0,0 0 0,-1 0 0,1 1 0,0-1 0,0 0 0,-1 1 0,1-1 0,0 0 0,0 1 0,0-1 0,0 0 0,-1 1 0,1 0 0,15 7 0,25 4 0,38-9 0,-63-4 0,0 1 0,-1 0 0,1 1 0,-1 1 0,28 7 0,-28-2 0,0 0 0,-1 1 0,1 0 0,20 19 0,5 2 0,-27-22 0,1-1 0,0 0 0,0-1 0,1-1 0,-1 0 0,1 0 0,0-2 0,0 0 0,0 0 0,0-1 0,1-1 0,-1-1 0,26-3 0,-35 3-136,-1 0-1,0 0 1,1 0-1,-1 0 1,0-1-1,1 0 1,-1 0-1,0 0 0,4-4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3:39.8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435 119 24575,'0'2'0,"0"0"0,-1 0 0,1 1 0,-1-1 0,0 0 0,0 0 0,1 0 0,-1 0 0,-1 0 0,1 0 0,0 0 0,0 0 0,-1-1 0,1 1 0,-1 0 0,1-1 0,-1 1 0,-3 2 0,-42 24 0,22-15 0,23-12 0,-1 1 0,0-1 0,0 0 0,0 0 0,0-1 0,0 1 0,0-1 0,0 1 0,0-1 0,0 0 0,0 0 0,0 0 0,0 0 0,0-1 0,0 1 0,0-1 0,-4-1 0,-56-24 0,14 5 0,45 20 0,-25-5 0,22 7 0,13 6 0,13 9 0,-14-11 0,1-1 0,-1 1 0,1-1 0,-1 0 0,1-1 0,0 0 0,1 0 0,-1 0 0,0 0 0,10 1 0,-4-1 0,-5-1 0,0 0 0,0 0 0,0 0 0,1-1 0,-1-1 0,0 1 0,1-1 0,-1 0 0,1-1 0,-1 0 0,11-2 0,-16 1 0,-1 1 0,0-1 0,0 0 0,0 1 0,1-1 0,-2 0 0,1 0 0,0 1 0,0-1 0,0 0 0,-1 0 0,1 0 0,-1 0 0,0 0 0,1 0 0,-1 0 0,0 0 0,0 0 0,0 0 0,-1 0 0,0-4 0,1 2 0,0 0 0,-1 0 0,0 0 0,0 0 0,0 0 0,0 0 0,0 0 0,-1 0 0,0 0 0,-2-4 0,-9-4 0,15 16 0,29 18 0,-9-12 0,-47-20 0,-15-7 0,25 12 0,-11-5 0,1 0 0,0-1 0,-46-29 0,84 38 0,10 8 0,-6 6 0,-1 1 0,-1 0 0,0 2 0,16 19 0,-47-41 0,0 1 0,-1 1 0,0 0 0,-17-1 0,28 5 0,0 1 0,0-1 0,-1 0 0,1-1 0,0 0 0,0 0 0,0 0 0,1 0 0,-1-1 0,0 0 0,-5-4 0,12 6 0,-1 1 0,1 0 0,-1 0 0,1-1 0,-1 1 0,1 0 0,-1 0 0,1 0 0,-1-1 0,1 1 0,-1 0 0,1 0 0,-1 0 0,1 0 0,-1 0 0,1 0 0,-1 0 0,1 0 0,-1 0 0,1 0 0,-1 1 0,1-1 0,0 0 0,-1 0 0,0 0 0,1 1 0,-1-1 0,1 0 0,-1 0 0,2 1 0,23 8 0,111 76 0,-202-149 0,-42-5 0,102 65 0,12 8 0,1-1 0,0 0 0,0 0 0,1-1 0,-1 0 0,1 0 0,-1-1 0,1 0 0,-1 0 0,10-1 0,41 7 0,-27 14 0,-28-13 0,-22-11 0,-17-9 0,-20-7 0,-64-30 0,113 45-273,-1 1 0,0 0 0,0 1 0,-14-4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3:41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374 216 24575,'10'0'0,"0"1"0,0 0 0,0 1 0,0 0 0,-1 0 0,1 1 0,-1 0 0,1 1 0,-1 0 0,0 1 0,12 8 0,-56-35 0,-45-21 0,38 21 0,-26-21 0,58 35 0,-1 0 0,0 1 0,0 0 0,-1 1 0,0 0 0,0 1 0,-1 0 0,1 1 0,-19-4 0,23 6 16,1 0-1,0 0 1,0-1-1,0 0 1,0 0-1,0-1 1,-12-8 0,13 7-203,0 1 1,0 1 0,0-1 0,-1 1 0,0 0-1,0 1 1,-11-4 0,10 5-6640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4:18.55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156 2 24575,'-43'6'0,"38"-5"0,-1 1 0,0-1 0,1 0 0,-1-1 0,0 1 0,0-1 0,1-1 0,-1 1 0,-8-2 0,13 2 0,0-1 0,0 1 0,0 0 0,0 0 0,0 0 0,1 0 0,-1 0 0,0 0 0,0 0 0,0 0 0,0 0 0,0 0 0,1 0 0,-1 1 0,0-1 0,0 0 0,0 1 0,0-1 0,1 0 0,-1 1 0,0-1 0,1 1 0,-1 0 0,0-1 0,1 1 0,-1-1 0,0 1 0,1 0 0,-1-1 0,1 1 0,-1 0 0,1 0 0,0-1 0,-1 1 0,1 0 0,0 0 0,0 0 0,-1 0 0,1-1 0,0 1 0,0 0 0,0 0 0,0 0 0,0 0 0,0 0 0,0 0 0,0-1 0,0 1 0,1 0 0,-1 0 0,0 0 0,1 0 0,-1 0 0,1 3 0,0-1 0,-1 1 0,1-1 0,1 1 0,-1-1 0,0 0 0,1 0 0,0 1 0,-1-1 0,1 0 0,0-1 0,1 1 0,2 3 0,-3-5 0,0 1 0,1 0 0,0-1 0,-1 1 0,1-1 0,0 0 0,0 1 0,0-2 0,0 1 0,0 0 0,3 0 0,-6-1 0,1 0 0,-1 0 0,0 0 0,0 0 0,0 0 0,0 0 0,1 0 0,-1 0 0,0 0 0,0-1 0,0 1 0,0 0 0,0 0 0,0 0 0,1 0 0,-1 0 0,0 0 0,0 0 0,0 0 0,0-1 0,0 1 0,0 0 0,0 0 0,0 0 0,0 0 0,0 0 0,1-1 0,-1 1 0,0 0 0,0 0 0,0 0 0,0 0 0,0-1 0,0 1 0,0 0 0,0 0 0,0 0 0,0 0 0,0 0 0,0-1 0,-1 1 0,1 0 0,0 0 0,0 0 0,0 0 0,0 0 0,0-1 0,0 1 0,0 0 0,0 0 0,0 0 0,0 0 0,-1 0 0,1-1 0,-18-16 0,11 10 0,0 1 0,0-1 0,1-1 0,-6-8 0,-15-17 0,32 40 0,1-1 0,0 0 0,1 0 0,0 0 0,0-1 0,0 0 0,1 0 0,-1-1 0,1 0 0,0-1 0,0 1 0,0-1 0,1-1 0,-1 0 0,1 0 0,0 0 0,-1-1 0,1-1 0,9 1 0,16 0 0,-24 0 0,-1-1 0,1 1 0,0-2 0,-1 1 0,1-1 0,-1-1 0,1 0 0,10-3 0,-23 5 0,1-1 0,0 1 0,-1 0 0,1 0 0,0 0 0,0 1 0,0-1 0,-1 0 0,1 1 0,0 0 0,0-1 0,0 1 0,0 0 0,0 0 0,0 0 0,0 0 0,-3 3 0,2-2 11,1 1 0,-1 0 0,0-1 0,0 0 0,0 0 0,-1 0-1,1 0 1,0 0 0,-1 0 0,-5 1 0,7-3-70,0 1-1,1-1 1,-1 0-1,0 1 1,0-1 0,0 0-1,0 0 1,1 0-1,-1-1 1,0 1 0,0 0-1,0-1 1,1 1-1,-1-1 1,0 0 0,1 1-1,-1-1 1,0 0-1,1 0 1,-1 0 0,1 0-1,0 0 1,-1-1-1,-1-1 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4:21.34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158 9 24575,'0'-1'0,"0"1"0,-1-1 0,1 1 0,0-1 0,0 1 0,-1 0 0,1-1 0,0 1 0,-1-1 0,1 1 0,-1 0 0,1-1 0,0 1 0,-1 0 0,1-1 0,-1 1 0,1 0 0,-1 0 0,1-1 0,-1 1 0,1 0 0,-1 0 0,1 0 0,-1 0 0,1 0 0,-1 0 0,1 0 0,-1 0 0,1 0 0,-1 0 0,1 0 0,-1 0 0,1 0 0,-1 0 0,1 0 0,-1 0 0,1 1 0,-1-1 0,1 0 0,-1 0 0,1 0 0,-1 1 0,1-1 0,-1 1 0,-22 12 0,21-11 0,0 0 0,1 0 0,-1 0 0,0-1 0,0 1 0,0 0 0,0-1 0,0 1 0,0-1 0,0 0 0,-1 0 0,1 0 0,0 0 0,-1 0 0,1-1 0,-1 1 0,1 0 0,-1-1 0,1 0 0,-1 0 0,1 0 0,-1 0 0,-4-1 0,3 1 0,0 0 0,0 0 0,0 0 0,0 1 0,0-1 0,0 1 0,0 0 0,0 0 0,-5 2 0,-3 6-1365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4:23.32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4:33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24575,'0'0'0,"-1"0"0,1 0 0,-1 0 0,0 0 0,1 0 0,-1 0 0,1 0 0,-1 1 0,1-1 0,-1 0 0,0 0 0,1 0 0,-1 1 0,1-1 0,-1 0 0,1 0 0,-1 1 0,1-1 0,0 1 0,-1-1 0,1 0 0,-1 1 0,1-1 0,0 1 0,-1-1 0,1 1 0,0-1 0,-1 1 0,1-1 0,0 1 0,-1 0 0,5 23 0,-3-20 0,1 1 0,1-1 0,-1 0 0,1 1 0,-1-1 0,1 0 0,0-1 0,7 7 0,-6-7 0,-1-1 0,1 0 0,0 0 0,1 0 0,-1-1 0,0 1 0,0-1 0,1 0 0,-1 0 0,1-1 0,-1 1 0,1-1 0,-1 0 0,1 0 0,-1-1 0,0 1 0,1-1 0,5-1 0,-9 1 0,-1 1 0,0 0 0,1 0 0,-1 0 0,0-1 0,1 1 0,-1 0 0,0-1 0,1 1 0,-1 0 0,0-1 0,0 1 0,1 0 0,-1-1 0,0 1 0,0-1 0,0 1 0,1 0 0,-1-1 0,0 1 0,0-1 0,0 1 0,0-1 0,0 1 0,0-1 0,0 1 0,0 0 0,0-1 0,0 1 0,0-1 0,0 1 0,0-1 0,-1 1 0,-12-14 0,-25-7 0,33 19 0,-15-13-1365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4:39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24575,'10'2'0,"-1"0"0,1 0 0,0 1 0,-1 0 0,1 1 0,-1 0 0,0 0 0,0 1 0,0 1 0,8 6 0,41 17-1365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4:57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24575,'4'4'0,"0"0"0,0 1 0,-1 0 0,1 0 0,-1 0 0,4 9 0,-4-9 0,83 149 0,-83-150 0,-1 0 0,1 0 0,0 0 0,-1 1 0,0-1 0,0 1 0,0 0 0,-1 0 0,0-1 0,1 7 0,-2-7 0,-1 0 0,1 0 0,-1 0 0,0 0 0,-1 0 0,1-1 0,-1 1 0,1 0 0,-1-1 0,0 1 0,-1-1 0,1 0 0,-4 5 0,-119 135 0,124-141 0,0-1 0,0 1 0,0 0 0,0 0 0,0 0 0,0 0 0,1 0 0,-1 0 0,1 0 0,0 0 0,-1 0 0,1 0 0,0 0 0,0 0 0,0 0 0,0 0 0,1 0 0,-1 0 0,1 0 0,-1 0 0,1 0 0,0 0 0,-1 0 0,1-1 0,0 1 0,2 3 0,4 5 0,0 0 0,1 0 0,13 13 0,8 11 0,0 8 0,-22-34 0,-1-1 0,-1 1 0,1 0 0,-1 0 0,-1 1 0,1 0 0,-1-1 0,-1 1 0,3 12 0,-7-13 0,0-1 0,-1 1 0,0 0 0,0-1 0,-1 1 0,0-1 0,0 0 0,-1 0 0,0 0 0,-6 7 0,-7 17 0,17-31-5,0 2-80,-1 0 0,0 0 0,0-1 0,0 1 0,0 0 0,0-1 0,0 1 0,0-1 0,0 1 0,-1-1 0,1 1 0,-1-1 0,1 0 0,-1 0 0,-1 1 0,-2 0-6741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5:24.14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0 24575,'8'6'0,"1"0"0,0-1 0,1 0 0,-1-1 0,1 0 0,0 0 0,19 3 0,-3 1 0,56 17 0,-48-16 0,-1 2 0,0 1 0,-1 1 0,32 19 0,123 91 0,-71-44 0,-88-57 0,0 1 0,-2 1 0,0 1 0,-2 1 0,-1 2 0,30 45 0,-25-30 0,-2 2 0,-2 0 0,-2 1 0,25 80 0,43 203 0,-85-304 0,6 14 0,1 0 0,2-1 0,33 62 0,-32-72 0,1-2 0,32 40 0,-2-4 0,-11-27-1365,-31-31-5461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5:30.69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0 24575,'6'2'0,"0"-1"0,0 1 0,0 0 0,0 0 0,0 1 0,-1 0 0,0 0 0,7 4 0,16 8 0,-4-4 0,110 48 0,7 20 0,-122-68 0,-1 1 0,0 0 0,-1 2 0,25 24 0,56 70 0,-92-101 0,11 16 0,-1 0 0,24 46 0,-9-13 0,-6-10 0,32 84 0,-34-73 0,8 21 0,30 109 0,-2-10 0,-52-162 0,1 0 0,20 28 0,8 16 0,3 12 0,4-2 0,57 72 0,-67-96 0,-8-15 0,0 0 0,3-2 0,0-1 0,1-1 0,2-2 0,53 33 0,-56-45-1365,-21-10-5461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5:38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1 199 24575,'11'-22'0,"1"2"0,0-1 0,17-18 0,-28 38 0,0 0 0,-1 1 0,1-1 0,0 1 0,0-1 0,0 1 0,0-1 0,0 1 0,0 0 0,0-1 0,0 1 0,0 0 0,0 0 0,0 0 0,0-1 0,0 1 0,0 0 0,1 1 0,-1-1 0,0 0 0,0 0 0,0 0 0,0 1 0,0-1 0,0 0 0,0 1 0,0-1 0,0 1 0,0-1 0,-1 1 0,1-1 0,0 1 0,0 0 0,0 0 0,1 1 0,34 35 0,-26-26 0,-9-9 0,1 0 0,0 0 0,0 0 0,-1 0 0,1 0 0,0-1 0,1 1 0,-1-1 0,0 1 0,0-1 0,0 0 0,1 0 0,-1 0 0,1 0 0,3 0 0,-4-1 0,0-1 0,0 0 0,0 0 0,0 0 0,-1 0 0,1 0 0,0 0 0,-1 0 0,1-1 0,-1 1 0,1-1 0,-1 1 0,0-1 0,0 0 0,0 1 0,0-1 0,0 0 0,0 0 0,0 1 0,0-3 0,15-26 0,1-3 0,28-40 0,-44 73 2,-1-1 1,1 0-1,-1 1 0,1 0 0,0-1 1,0 1-1,-1-1 0,1 1 0,0 0 1,-1 0-1,1-1 0,0 1 0,0 0 0,-1 0 1,1 0-1,0 0 0,0 0 0,0 0 1,-1 0-1,1 0 0,0 0 0,0 0 1,-1 0-1,1 1 0,0-1 0,0 0 0,-1 0 1,1 1-1,0-1 0,0 1 0,-1-1 1,1 0-1,-1 1 0,1-1 0,0 1 1,-1 0-1,1-1 0,0 1 0,26 28-721,-23-25-14,2 4-6093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5:45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0 109 24575,'1'-3'0,"-1"0"0,1 0 0,0 1 0,0-1 0,0 0 0,0 1 0,0-1 0,1 0 0,-1 1 0,1 0 0,-1-1 0,1 1 0,0 0 0,0 0 0,4-3 0,37-29 0,-34 27 0,0 1 0,-6 4 0,-1-1 0,1 1 0,0 0 0,0 0 0,0 1 0,1-1 0,-1 1 0,6-3 0,-7 5 0,-1-1 0,0 0 0,0 0 0,1 0 0,-1 1 0,0-1 0,1 1 0,-1-1 0,0 1 0,0-1 0,0 1 0,0 0 0,0-1 0,0 1 0,0 0 0,0 0 0,0 0 0,0 0 0,0 0 0,0 0 0,0 0 0,-1 0 0,1 0 0,0 0 0,-1 0 0,1 1 0,0 1 0,13 28 0,-10-19 0,1-1 0,1 0 0,11 16 0,-16-26 0,0-1 0,0 1 0,0-1 0,0 1 0,1-1 0,-1 1 0,0-1 0,0 0 0,0 0 0,1 0 0,-1 0 0,0 0 0,0 0 0,0 0 0,1 0 0,-1 0 0,0 0 0,0-1 0,0 1 0,1 0 0,-1-1 0,0 1 0,0-1 0,2 0 0,36-19 0,-27 13 0,4-1 0,-12 5 0,1 1 0,-1 0 0,1-1 0,0 2 0,0-1 0,0 0 0,0 1 0,6-1 0,-9 3 0,-1-1 0,1 0 0,0 1 0,0-1 0,-1 1 0,1 0 0,-1-1 0,1 1 0,-1 0 0,1 0 0,-1 0 0,1 0 0,-1 0 0,0 0 0,1 0 0,-1 1 0,0-1 0,0 0 0,0 1 0,0-1 0,0 1 0,-1-1 0,1 1 0,0 0 0,-1-1 0,1 1 0,-1 0 0,1 2 0,37 92-1365,-33-85-5461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5:47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1 103 24575,'26'-29'0,"-21"22"0,1-1 0,1 1 0,-1 1 0,1-1 0,1 1 0,-1 0 0,1 0 0,0 1 0,0 0 0,14-5 0,-20 10 0,0 0 0,-1 0 0,1 0 0,0 1 0,0-1 0,0 1 0,0-1 0,-1 1 0,1 0 0,0 0 0,0 0 0,-1 0 0,1 0 0,-1 0 0,1 0 0,-1 0 0,1 0 0,1 4 0,29 31 0,-26-29 0,-4-4 0,0-1 0,0 0 0,-1 1 0,2-1 0,-1 0 0,0 0 0,0 0 0,1 0 0,-1 0 0,1 0 0,0-1 0,-1 0 0,1 1 0,0-1 0,0 0 0,4 1 0,-3-3 0,0 1 0,1-1 0,-1 0 0,0-1 0,0 1 0,0-1 0,-1 0 0,1 0 0,0 0 0,-1 0 0,6-5 0,66-43-1365,-69 48-5461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5:49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24575,'27'-14'0,"1"2"0,1 0 0,1 2 0,-1 2 0,1 0 0,34-3 0,-62 11 0,-1 0 0,1 1 0,-1-1 0,1 1 0,0-1 0,-1 1 0,1 0 0,-1-1 0,1 1 0,-1 0 0,0 0 0,1 0 0,-1 0 0,0 0 0,0 1 0,1-1 0,-1 0 0,0 0 0,0 1 0,0-1 0,-1 1 0,1-1 0,0 1 0,0 1 0,20 50 0,-13-32 0,-5-12 0,2 0 0,-1-1 0,1 0 0,0 0 0,9 10 0,-12-16 0,-1 0 0,1 0 0,-1-1 0,1 1 0,0-1 0,0 1 0,0-1 0,0 0 0,0 0 0,0 0 0,0 0 0,0 0 0,0 0 0,0 0 0,1-1 0,-1 1 0,0-1 0,0 0 0,1 1 0,-1-1 0,0 0 0,1 0 0,-1-1 0,0 1 0,1 0 0,3-2 0,13-6-455,1 0 0,32-20 0,-42 21-6371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5:58.38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0 123 23747,'547'-123'0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6:02.27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136 2 24575,'-47'9'0,"45"-8"0,0-1 0,0 1 0,0 0 0,0 0 0,1 0 0,-1 0 0,0 0 0,0 0 0,1 0 0,-1 0 0,0 1 0,1-1 0,0 1 0,-1-1 0,1 1 0,0 0 0,0-1 0,-1 1 0,1 0 0,-1 3 0,4-8 0,1 0 0,-1 0 0,1 0 0,0 0 0,0 1 0,0-1 0,0 1 0,0-1 0,0 1 0,1 0 0,-1 0 0,1 1 0,-1-1 0,1 1 0,0 0 0,-1-1 0,1 2 0,8-2 0,-20 2 0,1 1 0,-1 0 0,1 1 0,0 0 0,0 0 0,-1 0 0,1 1 0,1 0 0,-1 0 0,0 1 0,-11 8 0,-3-2-1365,15-7-5461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6:07.43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0 23820,'635'106'0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6:10.458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61 1 24575,'33'0'0,"-54"0"0,-44 0-1365,57 0-5461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6:29.1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88 7 24575,'-20'1'0,"14"-1"0,0 1 0,0-1 0,-1 0 0,1-1 0,0 1 0,0-1 0,0 0 0,0-1 0,-7-2 0,22 7 0,0-1 0,0 0 0,1-1 0,-1 0 0,10 0 0,13 1 0,106 7 0,-38-5 0,-89-1 0,-1 1 0,0 0 0,-1 1 0,1 0 0,-1 1 0,0 0 0,14 12 0,-7-7 0,15 10-1365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6:38.5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778 570 24575,'3'2'0,"0"1"0,0-1 0,-1 1 0,1 0 0,-1 0 0,1 0 0,-1 0 0,0 0 0,0 0 0,-1 1 0,1-1 0,-1 1 0,2 3 0,1 2 0,12 20 0,-1 1 0,18 55 0,-54-129 0,13 21 0,0 1 0,-2 0 0,0 1 0,-2 0 0,0 1 0,-1 1 0,-1 0 0,-32-33 0,-11-3 0,-83-63 0,122 103 0,2 3 0,-23-20 0,-2 2 0,-51-29 0,7 7 0,50 29 0,-50-23 0,72 40-114,-4-1-136,0-1-1,0-1 1,1 0 0,-20-15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6:43.4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74 24575,'17'-1'0,"0"-2"0,0 1 0,-1-2 0,27-9 0,3 0 0,1 7 0,-40 6 0,0 0 0,0-1 0,0 0 0,0 0 0,0-1 0,0 0 0,0 0 0,-1 0 0,11-6 0,-16 8 0,-1 0 0,0 0 0,0 0 0,1 0 0,-1-1 0,0 1 0,0 0 0,1 0 0,-1 0 0,0 0 0,0-1 0,1 1 0,-1 0 0,0 0 0,0 0 0,0-1 0,0 1 0,1 0 0,-1 0 0,0-1 0,0 1 0,0 0 0,0 0 0,0-1 0,0 1 0,0 0 0,1-1 0,-1 1 0,0 0 0,0 0 0,0-1 0,0 1 0,0 0 0,-1-1 0,1 1 0,0 0 0,0-1 0,0 1 0,0 0 0,0 0 0,0-1 0,0 1 0,0 0 0,-1 0 0,1-1 0,0 1 0,0 0 0,0 0 0,-1 0 0,1-1 0,0 1 0,-1 0 0,-1 0 0,11 7 0,143 98 0,-140-96 0,0 1 0,-1 0 0,0 1 0,-1 0 0,0 0 0,-1 1 0,14 23 0,-20-30-1365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6:51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29 24575,'5'-2'0,"7"8"0,7 9 0,2 4 0,1-2 0,1-1 0,41 23 0,-37-24 0,-1 1 0,44 36 0,-48-31 0,39 31 0,-70-63 0,1 0 0,0 0 0,-12-22 0,5 7 0,9 16 0,0 0 0,1-1 0,0 0 0,1 1 0,0-2 0,1 1 0,0 0 0,1-1 0,0 1 0,1-1 0,0 1 0,1-1 0,1-12 0,-2 22 0,0 0 0,0-1 0,0 1 0,0 0 0,-1-1 0,1 1 0,-1 0 0,1 0 0,-1 0 0,0 0 0,0 1 0,0-1 0,-4-2 0,-1 1 0,25 21 0,108 78 0,-100-78 0,5 3 0,-18-13 0,0 0 0,-1 1 0,0 0 0,-1 1 0,0 0 0,-1 0 0,0 2 0,12 16 0,104 200 0,-60-56 0,-30-70 0,-25-68 0,-1 0 0,5 37 0,-8-32 0,17 50 0,-4-1 0,-31-116-1365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6:56.9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24575,'456'754'0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7:06.6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24575,'3'1'0,"-1"0"0,0-1 0,0 1 0,0 0 0,0 0 0,0 1 0,0-1 0,0 0 0,0 1 0,0-1 0,0 1 0,-1-1 0,1 1 0,1 2 0,22 29 0,-23-31 0,91 140 0,-86-131 0,0 1 0,0-1 0,-1 1 0,-1 0 0,0 0 0,5 21 0,5 10 0,-2-8 0,-4-16 0,-2 0 0,-1 0 0,0 1 0,5 40 0,-7-39 0,0 0 0,0-1 0,14 32 0,6 33 0,17 65 0,-23-88 0,-11-38 0,2-1 0,0 0 0,24 44 0,3 33 0,-21-68-13,-12-25-156,0 1 0,0-1 0,1-1 0,0 1 0,0-1 0,0 1 0,10 9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7:09.6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24575,'17'31'0,"-8"-16"0,6 14 0,-2 0 0,16 56 0,32 136 0,-37-131 0,-17-67 0,0 0 0,-2 0 0,0 0 0,2 47 0,-1-41 0,-1-26 0,-3-19 0,-15-274 0,10 231 0,-5-30 0,8 65-80,1 23 86,-1 1-1,0 0 1,1 0 0,-1 0-1,0-1 1,1 1 0,-1 0 0,0 0-1,1 0 1,-1 0 0,0 0-1,1 0 1,-1 0 0,0 0 0,1 0-1,-1 0 1,0 0 0,1 0-1,-1 0 1,1 0 0,-1 0 0,0 0-1,1 0 1,-1 0 0,0 0 0,1 1-1,-1-1 1,0 0 0,1 0-1,-1 0 1,0 1 0,0-1 0,1 0-1,-1 1 1,31 33-1491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7:17.9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24452,'159'623'0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7:30.3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24575,'33'47'0,"-26"-36"0,-2 1 0,1-1 0,-2 1 0,1 0 0,2 18 0,-4-17 0,1-1 0,-1 0 0,2-1 0,0 1 0,0-1 0,7 12 0,-3-9 0,0 2 0,-2-1 0,0 1 0,7 25 0,-9-24 0,1-1 0,1 1 0,0-2 0,15 25 0,17 26-1365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7:34.6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24575,'2'12'0,"0"1"0,1-1 0,0 0 0,1 0 0,0 0 0,1-1 0,0 0 0,1 0 0,8 13 0,-12-24 0,-4-10 0,-6-17 0,6 20 0,1 4 0,0 0 0,1 0 0,0 0 0,-1 0 0,1 0 0,0 0 0,0 0 0,0 0 0,1 0 0,-1 0 0,2-4 0,-2 7 0,0 0 0,0 0 0,0 0 0,0 0 0,0-1 0,0 1 0,0 0 0,0 0 0,0 0 0,1-1 0,-1 1 0,0 0 0,0 0 0,0 0 0,0 0 0,0-1 0,0 1 0,1 0 0,-1 0 0,0 0 0,0 0 0,0 0 0,0 0 0,1 0 0,-1 0 0,0-1 0,0 1 0,0 0 0,1 0 0,-1 0 0,0 0 0,0 0 0,0 0 0,1 0 0,-1 0 0,0 0 0,0 0 0,0 0 0,1 0 0,-1 0 0,0 1 0,0-1 0,0 0 0,1 0 0,-1 0 0,0 0 0,0 0 0,11 21 0,-3 0 0,1 0 0,1 0 0,25 37 0,0 5 77,-28-48-438,1-1 1,0 1-1,18 22 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7:38.3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79 1 24575,'6'0'0,"0"1"0,0 1 0,0-1 0,-1 1 0,1 0 0,-1 0 0,1 1 0,9 6 0,14 5 0,-49-19 0,0 2 0,-1 0 0,0 1 0,-21 0 0,3 1 0,33 0-1365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7:23.1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24575,'0'3'0,"1"1"0,0-1 0,1 1 0,-1-1 0,0 0 0,1 1 0,0-1 0,3 4 0,11 25 0,-6 18 0,26 105 0,-27-129 0,-5-15 0,0 0 0,-1 0 0,0 0 0,-1 1 0,0-1 0,0 14 0,-1-16 0,0-1 0,1 1 0,-1 0 0,2-1 0,-1 0 0,2 1 0,-1-1 0,6 10 0,-5-17-1365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7:25.5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24575,'5'7'0,"0"0"0,0 1 0,-1-1 0,0 1 0,-1 0 0,0 0 0,0 0 0,0 0 0,-1 1 0,1 13 0,11 31 0,36 119 0,-37-113-65,-3-17-585,25 72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7:27.1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1 24575,'10'62'0,"-1"-24"0,-8-29 0,2 10 0,0 0 0,-1 27 0,-2-40 0,-1 0 0,0-1 0,1 1 0,-2 0 0,1-1 0,-1 1 0,0-1 0,0 0 0,0 1 0,-1-1 0,0 0 0,-5 7 0,5-8-1365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7:42.9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10 24575,'2'1'0,"1"-1"0,-1 1 0,0 0 0,0-1 0,0 1 0,0 0 0,0 0 0,0 1 0,0-1 0,-1 0 0,1 1 0,0-1 0,-1 1 0,1-1 0,-1 1 0,1 0 0,-1 0 0,2 2 0,-2-1 0,1-1 0,-1 0 0,1 0 0,0 0 0,0 0 0,0 0 0,0-1 0,0 1 0,0-1 0,0 1 0,3 0 0,-48-43 0,25 23 0,30 36 0,31 52 0,-46-72 0,0 0 0,0 1 0,0 0 0,-1-1 0,1 1 0,0 1 0,-1-1 0,1 0 0,-1 1 0,-6 0 0,8-1 0,7 1 0,19 0 0,-20 1 0,0 0 0,0 0 0,0 0 0,-1 0 0,1 1 0,0-1 0,-1 1 0,1 0 0,-1 0 0,1 0 0,-1 0 0,5 6 0,-4-5 0,-1 0 0,1 0 0,0-1 0,0 1 0,0-1 0,1 0 0,-1 0 0,0 0 0,1 0 0,9 1 0,-7-2 0,0 1 0,0-1 0,0 1 0,0 1 0,13 5 0,6 3 0,-54-18-1365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7:51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24481,'933'119'0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44.27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1 24575,'0'1'0,"1"0"0,1 2 0,0-1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46.78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0 24575,'4'5'0,"0"0"0,1 0 0,-1-1 0,1 1 0,0-1 0,0-1 0,9 6 0,35 21-1365,-45-26-5461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47.83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0 24575,'1'0'0,"2"1"0,1 2 0,1 0 0,0 1 0,0-1 0,0 1 0,1 1 0,0-1 0,-1 0 0,0 0 0,-1 0 0,0 0 0,0 1 0,-1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48.54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0 24575,'0'1'0,"0"2"0,1 0 0,0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48.91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 24575,'1'0'0,"1"1"0,0 0 0,2 2 0,1-1 0,-1 2 0,1-1 0,0 1 0,1-1 0,0 0 0,0 1 0,1-1 0,-1 0 0,1 1 0,-1 0 0,-1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50.07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1 24575,'4'4'0,"-1"-1"0,1 1 0,-1 1 0,0-1 0,-1 0 0,1 1 0,-1-1 0,1 1 0,-1 0 0,1 6 0,5 21-1365,-8-26-5461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51.00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 24575,'1'6'7,"1"1"0,-1 0 0,2-1 0,-1 1 1,1-1-1,0 1 0,0-1 0,1 0 0,-1-1 0,1 1 0,8 8 0,16 26-1457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51.86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0 24575,'1'0'3,"0"1"-1,1-1 1,-1 1-1,0-1 1,1 1-1,-1-1 1,0 1-1,1 0 1,-1-1-1,0 1 1,0 0 0,0 0-1,0 0 1,0 0-1,0 0 1,0 0-1,0 0 1,0 0-1,-1 1 1,1-1-1,0 0 1,-1 0-1,1 1 1,-1-1-1,1 0 1,-1 1-1,1 1 1,8 45-498,-8-37-446,0-3-5885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05.3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06.1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06.8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24575,'0'1'0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07.6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24575,'1'0'0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08.1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08.6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09.1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09.7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10.2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10.6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11.1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24575,'1'0'0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52.60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0 24575,'1'4'0,"-1"0"0,1 0 0,0 0 0,0-1 0,0 1 0,0-1 0,1 1 0,0-1 0,0 1 0,0-1 0,0 0 0,4 5 0,38 39 0,-19-21 0,-17-16-1365,-1-2-5461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53.64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1 24575,'54'65'0,"-16"-16"0,16 2-1365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8:59.56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0 24575,'1'0'0,"1"0"0,2 0 0,2 0 0,0 0 0,-1 1 0,0 1 0,1-1 0,-2 2 0,1-1 0,-1 1 0,0 0 0,-1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9:01.76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0 24575,'1'0'0,"2"1"0,3 4 0,6 5 0,1 1 0,0 1 0,0-1 0,-2-3-8191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9:02.923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0 24575,'2'6'0,"0"-1"0,0 0 0,1 1 0,-1-1 0,1 0 0,0-1 0,1 1 0,-1 0 0,1-1 0,0 0 0,0 0 0,9 7 0,10 12 0,24 31-1365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9:03.861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0 24575,'5'7'-91,"-1"0"0,1 0 0,-1 1 0,0-1 0,-1 1 0,0 0 0,0 0 0,-1 0 0,0 0 0,0 0 0,-1 0 0,0 1 0,0-1 0,-1 13 0,0-14-6735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9:04.45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0 24575,'0'1'0,"0"2"0,0 1 0,0 1 0,1 0 0,1 0 0,-1 0 0,1 0 0,1 1 0,-1 0 0,0 1 0,1 0 0,-2 0 0,2 0 0,0 1 0,1 0 0,-1 1 0,-1 0-8191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9:05.31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1 24575,'2'0'0,"0"1"0,2 0 0,0 2 0,1 0 0,-1 0 0,-1 1 0,0 0 0,0 0 0,0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9:09.56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4 1 24575,'0'0'0,"0"0"0,0 0 0,0 0 0,0 0 0,0 0 0,-1 0 0,1 0 0,0 0 0,0 0 0,0 0 0,0 0 0,0 0 0,-1 0 0,1 0 0,0 0 0,0 0 0,0 0 0,0 0 0,0 0 0,0 1 0,-1-1 0,1 0 0,0 0 0,0 0 0,0 0 0,0 0 0,0 0 0,0 1 0,0-1 0,0 0 0,0 0 0,0 0 0,0 0 0,0 0 0,0 1 0,0-1 0,0 0 0,0 0 0,0 0 0,0 0 0,0 0 0,0 1 0,0-1 0,0 0 0,0 0 0,0 0 0,0 0 0,0 0 0,0 1 0,0-1 0,0 0 0,0 0 0,8 12 0,10 8 0,-17-19 0,0-1 0,0 1 0,0-1 0,0 1 0,0 0 0,0-1 0,0 1 0,0 0 0,0 0 0,0 0 0,-1 0 0,1 0 0,0 0 0,-1 0 0,1 0 0,0 0 0,-1 0 0,0 0 0,1 0 0,0 2 0,-2-2 0,0-1 0,1 0 0,-1 0 0,0 1 0,0-1 0,1 0 0,-1 0 0,0 0 0,0 0 0,1 0 0,-1 0 0,0 0 0,0 0 0,1-1 0,-1 1 0,0 0 0,1 0 0,-1 0 0,0-1 0,1 1 0,-1 0 0,0-1 0,1 1 0,-1-1 0,0 1 0,1-1 0,-1 1 0,1-1 0,-1 1 0,1-1 0,-1 0 0,1 1 0,-1-2 0,-20-24 0,23 22 0,15 15 0,-3 1-1365,-9-10-5461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1:40.700"/>
    </inkml:context>
    <inkml:brush xml:id="br0">
      <inkml:brushProperty name="width" value="0.025" units="cm"/>
      <inkml:brushProperty name="height" value="0.025" units="cm"/>
      <inkml:brushProperty name="color" value="#814343"/>
    </inkml:brush>
  </inkml:definitions>
  <inkml:trace contextRef="#ctx0" brushRef="#br0">53 727 24012,'-53'-727'0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1:44.240"/>
    </inkml:context>
    <inkml:brush xml:id="br0">
      <inkml:brushProperty name="width" value="0.025" units="cm"/>
      <inkml:brushProperty name="height" value="0.025" units="cm"/>
      <inkml:brushProperty name="color" value="#814343"/>
    </inkml:brush>
  </inkml:definitions>
  <inkml:trace contextRef="#ctx0" brushRef="#br0">0 79 24335,'609'-79'0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2:07.590"/>
    </inkml:context>
    <inkml:brush xml:id="br0">
      <inkml:brushProperty name="width" value="0.025" units="cm"/>
      <inkml:brushProperty name="height" value="0.025" units="cm"/>
      <inkml:brushProperty name="color" value="#814343"/>
    </inkml:brush>
  </inkml:definitions>
  <inkml:trace contextRef="#ctx0" brushRef="#br0">0 86 23706,'668'-86'0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2:09.628"/>
    </inkml:context>
    <inkml:brush xml:id="br0">
      <inkml:brushProperty name="width" value="0.025" units="cm"/>
      <inkml:brushProperty name="height" value="0.025" units="cm"/>
      <inkml:brushProperty name="color" value="#814343"/>
    </inkml:brush>
  </inkml:definitions>
  <inkml:trace contextRef="#ctx0" brushRef="#br0">60 688 24363,'-60'-688'0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2:11.468"/>
    </inkml:context>
    <inkml:brush xml:id="br0">
      <inkml:brushProperty name="width" value="0.025" units="cm"/>
      <inkml:brushProperty name="height" value="0.025" units="cm"/>
      <inkml:brushProperty name="color" value="#814343"/>
    </inkml:brush>
  </inkml:definitions>
  <inkml:trace contextRef="#ctx0" brushRef="#br0">343 0 24575,'-8'2'0,"1"0"0,-1 0 0,0 1 0,1 0 0,-1 0 0,1 1 0,-8 4 0,-12 6 0,4-4 0,-1 1 0,2 1 0,0 1 0,0 1 0,1 1 0,-30 27 0,48-39-65,0-1-1,-1 0 0,1 1 1,-1-1-1,1 0 0,-1-1 1,0 1-1,0-1 0,0 1 1,0-1-1,-7 1 0,6-1-511,-1 0-6249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2:18.068"/>
    </inkml:context>
    <inkml:brush xml:id="br0">
      <inkml:brushProperty name="width" value="0.1" units="cm"/>
      <inkml:brushProperty name="height" value="0.1" units="cm"/>
      <inkml:brushProperty name="color" value="#814343"/>
    </inkml:brush>
  </inkml:definitions>
  <inkml:trace contextRef="#ctx0" brushRef="#br0">0 120 24575,'20'-22'0,"-16"17"0,0 0 0,0 1 0,0-1 0,1 1 0,-1 0 0,1 1 0,0-1 0,1 1 0,-1-1 0,0 2 0,1-1 0,0 1 0,9-4 0,11 1 0,-21 5 0,0 0 0,0-1 0,0 0 0,0 0 0,0 0 0,0-1 0,0 0 0,0 1 0,-1-2 0,1 1 0,-1-1 0,1 1 0,-1-1 0,6-5 0,-9-1-1365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2:25.770"/>
    </inkml:context>
    <inkml:brush xml:id="br0">
      <inkml:brushProperty name="width" value="0.1" units="cm"/>
      <inkml:brushProperty name="height" value="0.1" units="cm"/>
      <inkml:brushProperty name="color" value="#814343"/>
    </inkml:brush>
  </inkml:definitions>
  <inkml:trace contextRef="#ctx0" brushRef="#br0">440 55 24575,'1'-19'0,"0"17"0,-1 0 0,0 0 0,0 0 0,0 1 0,0-1 0,0 0 0,0 0 0,0 0 0,-1 0 0,1 1 0,-1-1 0,0-3 0,0 4 0,0 1 0,-1-1 0,1 0 0,0 0 0,-1 0 0,1 1 0,0-1 0,-1 1 0,1-1 0,-1 1 0,1-1 0,-1 1 0,1 0 0,-1 0 0,1 0 0,-1 0 0,1 0 0,-1 0 0,1 0 0,-2 1 0,-83 9 0,60-6 0,-49 2 0,-83 7 0,142-13 0,-20 2 0,35-1 0,0-1 0,0 1 0,1-1 0,-1 1 0,0 0 0,1-1 0,-1 1 0,1 0 0,-1 0 0,1-1 0,-1 1 0,1 0 0,-1 0 0,1 0 0,0 0 0,-1-1 0,1 1 0,0 0 0,0 0 0,0 0 0,0 0 0,0 0 0,0 0 0,0 0 0,0 0 0,0 0 0,0-1 0,0 1 0,0 0 0,1 0 0,-1 0 0,0 0 0,1 0 0,-1 0 0,2 1 0,5 23 0,-1 0 0,-1 1 0,2 44 0,0 102 0,-3-128 0,5 111 0,-9-154 0,0 2 0,-1 1 0,1-1 0,0 1 0,1-1 0,-1 1 0,1-1 0,-1 1 0,1-1 0,0 0 0,2 5 0,-2-6 0,1-1 0,0 0 0,-1 0 0,1 0 0,0 0 0,0 0 0,-1-1 0,1 1 0,0 0 0,0-1 0,0 1 0,0-1 0,0 0 0,0 0 0,0 0 0,0 0 0,0 0 0,0 0 0,3-1 0,38-3 0,-1-1 0,82-23 0,-120 27 0,11-2 0,0 1 0,1 1 0,-1 0 0,24 2 0,-25 0 0,1 0 0,-1-1 0,1-1 0,-1-1 0,21-4 0,40-11 0,-74 16 0,0 0 0,0 0 0,0 0 0,0 1 0,-1-1 0,1 0 0,0 0 0,-1 0 0,1 0 0,0-1 0,-1 1 0,1 0 0,-1 0 0,0 0 0,1 0 0,-1 0 0,0-1 0,0 1 0,0 0 0,0 0 0,0 0 0,0-1 0,0 1 0,0-2 0,-6-39 0,2 21 0,0-41 0,-14-65 0,15 111 0,0-59 0,3 59 0,0 1 0,-1-1 0,-1 1 0,-4-19 0,-10-3 31,13 32-158,1 1 0,-1-1 0,1 0 0,0 0 0,1 0 0,-1 0 1,1 0-1,0-1 0,0 1 0,0-8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2:31.523"/>
    </inkml:context>
    <inkml:brush xml:id="br0">
      <inkml:brushProperty name="width" value="0.1" units="cm"/>
      <inkml:brushProperty name="height" value="0.1" units="cm"/>
      <inkml:brushProperty name="color" value="#814343"/>
    </inkml:brush>
  </inkml:definitions>
  <inkml:trace contextRef="#ctx0" brushRef="#br0">0 1 24575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2:37.844"/>
    </inkml:context>
    <inkml:brush xml:id="br0">
      <inkml:brushProperty name="width" value="0.1" units="cm"/>
      <inkml:brushProperty name="height" value="0.1" units="cm"/>
      <inkml:brushProperty name="color" value="#814343"/>
    </inkml:brush>
  </inkml:definitions>
  <inkml:trace contextRef="#ctx0" brushRef="#br0">290 1 24575,'-43'11'0,"10"-1"0,-6-5 0,-55 0 0,33-3 0,60-2 0,0 1 0,0-1 0,0 0 0,0 1 0,0-1 0,0 1 0,0-1 0,0 1 0,1-1 0,-1 1 0,0-1 0,0 1 0,0 0 0,1 0 0,-1-1 0,0 1 0,1 0 0,-1 0 0,1 0 0,-1-1 0,1 1 0,-1 0 0,1 0 0,0 0 0,0 0 0,-1 0 0,1 0 0,0 0 0,0 0 0,0 0 0,0 0 0,0 0 0,0 0 0,0 0 0,0 0 0,0 0 0,1 2 0,10 48 0,-7-33 0,-1 6 0,-2 0 0,-3 41 0,0-48 0,1-1 0,1 1 0,0-1 0,1 1 0,1-1 0,1 0 0,0 0 0,6 17 0,-9-32 0,0 1 0,1-1 0,-1 0 0,0 0 0,1 1 0,-1-1 0,1 0 0,-1 0 0,1 0 0,-1 0 0,1 0 0,0 0 0,0 0 0,-1 0 0,1 0 0,0 0 0,0 0 0,0 0 0,0-1 0,0 1 0,0 0 0,0-1 0,2 1 0,-2-1 0,0-1 0,-1 0 0,1 0 0,0 0 0,0 0 0,-1 0 0,1 0 0,0-1 0,-1 1 0,0 0 0,1 0 0,-1 0 0,1 0 0,-1-1 0,0 1 0,0 0 0,0-3 0,4-68 0,-4 71 0,0-11 0,5-62 0,-5 71 0,0 0 0,1 1 0,0-1 0,-1 0 0,1 0 0,0 1 0,0-1 0,0 1 0,1-1 0,-1 1 0,1-1 0,-1 1 0,1 0 0,0-1 0,0 1 0,0 0 0,0 0 0,0 1 0,0-1 0,1 0 0,4-2 0,-6 4 0,1 0 0,-1 0 0,1 0 0,-1 0 0,1 0 0,-1 0 0,1 0 0,-1 0 0,1 1 0,-1-1 0,0 1 0,1-1 0,-1 1 0,1-1 0,-1 1 0,0 0 0,0 0 0,1 0 0,-1 0 0,0 0 0,0 0 0,0 0 0,0 0 0,0 0 0,0 0 0,0 0 0,0 1 0,-1-1 0,1 0 0,0 1 0,-1-1 0,1 1 0,-1-1 0,0 0 0,1 1 0,-1 1 0,17 68 0,-14-55 0,-1-3 0,9 33 0,-11-46 0,0 0 0,0 0 0,0 0 0,0 0 0,1-1 0,-1 1 0,0 0 0,0 0 0,0 0 0,0 0 0,0 0 0,0 0 0,0 0 0,0 0 0,0 0 0,0 0 0,1 0 0,-1 0 0,0 0 0,0 0 0,0 0 0,0 0 0,0 0 0,0 0 0,0 0 0,0 0 0,1 0 0,-1 0 0,0 0 0,0 0 0,0 0 0,0 0 0,0 0 0,0 0 0,0 0 0,0 0 0,0 1 0,0-1 0,0 0 0,1 0 0,-1 0 0,0 0 0,0 0 0,0 0 0,0 0 0,0 0 0,0 0 0,0 0 0,0 1 0,1-30 0,-1-18 0,0-17 0,0 45 0,-1 16 0,1 6 0,-13 210 0,56-278 0,-37 53 0,0 0 0,-1-1 0,-1 1 0,0-1 0,3-17 0,11-35 0,-16 61 0,1 0 0,-1 0 0,1 0 0,0 0 0,0 0 0,0 0 0,5-4 0,-4 5 0,0-1 0,-1 0 0,0 0 0,0 0 0,0 0 0,0 0 0,2-6 0,-5 9 0,1 1 0,-1-1 0,0 1 0,0 0 0,0-1 0,1 1 0,-1-1 0,0 1 0,1 0 0,-1-1 0,0 1 0,0 0 0,1-1 0,-1 1 0,1 0 0,-1 0 0,0-1 0,1 1 0,-1 0 0,1 0 0,-1 0 0,0 0 0,1-1 0,-1 1 0,1 0 0,-1 0 0,1 0 0,-1 0 0,1 0 0,-1 0 0,1 0 0,-1 0 0,0 0 0,1 0 0,0 1 0,18 10 0,11 23 0,-23-21 0,-1 0 0,-1 0 0,0 1 0,-1-1 0,0 1 0,-1 0 0,-1 0 0,0 0 0,0 15 0,-2-27 0,0-1 0,0 1 0,0 0 0,0-1 0,0 1 0,-1-1 0,1 1 0,0 0 0,-1-1 0,1 1 0,-1-1 0,0 1 0,1-1 0,-1 0 0,0 1 0,0-1 0,0 0 0,0 1 0,0-1 0,0 0 0,0 0 0,-1 0 0,1 0 0,0 0 0,-1 0 0,1 0 0,-3 1 0,3-2 0,-1 0 0,1 1 0,0-1 0,0 0 0,-1 0 0,1 0 0,0 0 0,0 0 0,-1 0 0,1-1 0,0 1 0,0 0 0,-1-1 0,1 1 0,0-1 0,0 1 0,0-1 0,0 1 0,0-1 0,0 0 0,0 0 0,0 1 0,0-1 0,0 0 0,0 0 0,0 0 0,0 0 0,1 0 0,-1 0 0,0 0 0,1 0 0,-1 0 0,1-1 0,-1 1 0,1-2 0,-4-10 0,0-1 0,1 1 0,1-1 0,-1-14 0,3 17 0,-1 1 0,0-1 0,-1 1 0,0-1 0,-1 1 0,0 0 0,0 0 0,-8-14 0,8 21 0,-1 0 0,1 0 0,-1 1 0,0-1 0,0 1 0,0-1 0,0 1 0,0 0 0,-1 1 0,1-1 0,0 1 0,-1 0 0,1 0 0,-1 0 0,0 1 0,1-1 0,-1 1 0,1 0 0,-1 1 0,0-1 0,1 1 0,-1 0 0,-7 2 0,84 0 0,-68-3 0,0-1 0,0 1 0,0-1 0,0 0 0,0-1 0,0 1 0,0-1 0,0 1 0,6-5 0,-8 4 0,-1 0 0,1 0 0,-1 0 0,0 0 0,1 0 0,-1 0 0,0 0 0,0-1 0,0 1 0,-1 0 0,1-1 0,0 1 0,-1-1 0,0 1 0,0 0 0,1-1 0,-2-2 0,7 146 0,-5-104 0,0-25 0,0 1 0,-1-1 0,0 1 0,-1-1 0,0 0 0,-1 1 0,-1-1 0,-7 21 0,8-31 0,0-1 0,1 0 0,-1 1 0,0-1 0,0 0 0,-1 0 0,1 0 0,0-1 0,0 1 0,0 0 0,-1-1 0,1 0 0,0 1 0,0-1 0,-1 0 0,1 0 0,0 0 0,-1-1 0,-2 0 0,1 1 0,1 0 0,0 0 0,-1 0 0,1 0 0,-1 0 0,1 1 0,0-1 0,0 1 0,-7 2 0,53 7 0,-32-9 0,-1 1 0,0 0 0,0 1 0,14 5 0,0 0 0,12 0 0,-30-7 0,0 0 0,0 0 0,0 0 0,0 1 0,0 0 0,0 1 0,7 3 0,22 20-1365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2:58.497"/>
    </inkml:context>
    <inkml:brush xml:id="br0">
      <inkml:brushProperty name="width" value="0.1" units="cm"/>
      <inkml:brushProperty name="height" value="0.1" units="cm"/>
      <inkml:brushProperty name="color" value="#562C2C"/>
    </inkml:brush>
  </inkml:definitions>
  <inkml:trace contextRef="#ctx0" brushRef="#br0">26 223 24575,'-2'-31'0,"-10"-59"0,0 13 0,12 76 0,0 1 0,0-1 0,0 0 0,0 0 0,0 1 0,1-1 0,-1 0 0,0 1 0,0-1 0,1 0 0,-1 1 0,0-1 0,1 0 0,-1 1 0,0-1 0,1 0 0,-1 1 0,1-1 0,-1 1 0,1-1 0,-1 1 0,1-1 0,0 1 0,-1 0 0,1-1 0,0 1 0,-1 0 0,2-1 0,28-6 0,-23 7 0,1 0 0,-1 0 0,0 1 0,0-1 0,0 1 0,11 4 0,-17-4 0,0 0 0,0 0 0,0 0 0,0 0 0,0 0 0,0 0 0,-1 0 0,1 0 0,0 1 0,-1-1 0,1 0 0,-1 1 0,1-1 0,-1 0 0,0 1 0,1-1 0,-1 0 0,0 1 0,0-1 0,0 3 0,-2 39 0,1-21 0,12 27 0,-9-43 0,0 0 0,0 0 0,0 0 0,-1 0 0,0 0 0,0 0 0,-1 0 0,0 0 0,0 1 0,0-1 0,-1 0 0,-1 7 0,1-12 0,0 0 0,0 0 0,0 0 0,0-1 0,0 1 0,0 0 0,0 0 0,0-1 0,0 1 0,-1-1 0,1 1 0,0-1 0,0 1 0,-1-1 0,1 0 0,0 0 0,0 0 0,-1 1 0,1-1 0,0 0 0,-3-1 0,-38-1 0,27 1 0,2 1-1365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3:06.075"/>
    </inkml:context>
    <inkml:brush xml:id="br0">
      <inkml:brushProperty name="width" value="0.1" units="cm"/>
      <inkml:brushProperty name="height" value="0.1" units="cm"/>
      <inkml:brushProperty name="color" value="#562C2C"/>
    </inkml:brush>
  </inkml:definitions>
  <inkml:trace contextRef="#ctx0" brushRef="#br0">315 0 24548,'-315'402'0,"946"-402"0,-947-402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23:08.556"/>
    </inkml:context>
    <inkml:brush xml:id="br0">
      <inkml:brushProperty name="width" value="0.1" units="cm"/>
      <inkml:brushProperty name="height" value="0.1" units="cm"/>
      <inkml:brushProperty name="color" value="#562C2C"/>
    </inkml:brush>
  </inkml:definitions>
  <inkml:trace contextRef="#ctx0" brushRef="#br0">94 0 24575,'-2'6'0,"0"1"0,0-1 0,0 0 0,-1 0 0,0 0 0,0-1 0,-1 1 0,0-1 0,0 0 0,-8 9 0,-5 8 0,15-19 0,-24 37 0,18-26 0,14-17 0,3-7 0,1 0 0,0 1 0,1 1 0,0 0 0,0 0 0,1 1 0,0 1 0,0 0 0,0 0 0,1 1 0,0 1 0,18-4 0,-28 8 0,0 1 0,0-1 0,0 1 0,0 0 0,0 0 0,0 0 0,-1 0 0,1 1 0,0-1 0,-1 1 0,1 0 0,-1-1 0,5 5 0,35 36 0,-25-25 0,-14-15 0,0 1 0,-1-1 0,1 1 0,-1-1 0,0 1 0,0 0 0,0-1 0,0 1 0,0 0 0,-1 0 0,1 1 0,0 2 0,-2-5 0,0-1 0,0 1 0,0-1 0,0 1 0,0-1 0,0 1 0,0-1 0,0 1 0,0-1 0,-1 0 0,1 1 0,0-1 0,0 1 0,-1-1 0,1 1 0,0-1 0,0 0 0,-1 1 0,1-1 0,0 0 0,-1 1 0,1-1 0,-1 0 0,1 0 0,0 1 0,-1-1 0,1 0 0,-1 1 0,-27 2 0,22-4 0,1 0 0,-1 0 0,1 0 0,-1-1 0,1 0 0,0 0 0,-1-1 0,1 0 0,0 1 0,1-1 0,-1-1 0,-7-6 0,8 7 0,0-1 0,-1 1 0,1 0 0,-1 0 0,0 0 0,0 0 0,0 1 0,0 0 0,-1 0 0,1 1 0,-10-3 0,12 5 1,1-1 0,-1 1 0,1 0 1,-1 0-1,0 0 0,1 0 0,0 0 0,-1 1 0,1-1 0,0 1 0,0-1 0,-1 1 0,1 0 0,1 0 0,-1 0 0,-3 3 0,-10 10-1384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B781-0ED2-4345-BEFE-C181358C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7811A-B747-FF4C-A0A5-B655595BF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30D7-ED37-2745-A414-000728F8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3BAF1-1BA7-944F-AB27-F7194C12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9E3F5-CF05-654C-936A-B7EE11DA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52D0-3979-9941-A24A-B32CDCD2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75386-0B34-114D-B7D2-4CA4AA64F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E3E58-A6D9-C146-946B-E93AB445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24DF6-D3EE-A844-AD76-A2EEDDE6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4E1A7-FB26-CE48-989A-C30683B9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CB8F-73FF-974D-8519-48E78B48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BFA36-CA5D-F541-AD70-B6DC115D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85B00-E2D9-064F-8127-9EE35838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4C603-909E-7C47-9DBF-D4A20FC4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6C3D-1939-0B47-A115-960DD202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4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83F0-B7B1-7E4E-93F3-788F1295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3E8E-4619-6845-9A51-255FAD51C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96A7C-70A8-3840-A879-062C27C1D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D0C60-C8B3-6A44-BB80-C7D8E178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2FDCE-08C4-7649-9A2A-E62A4198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4D137-62F8-D44F-91EE-3CB3A75C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1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EB72-06DB-6046-B279-6BC6F53D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16984-B8B7-7046-8650-29AA9C543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805C1-129F-5746-BFEA-2011D3D16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972A5-364D-9049-891E-A481DA3FA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D5873-EEA6-F449-A699-ACC03E81C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5FE68-6557-E74C-A268-579F5637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19859B-8414-6048-ACCF-879CD3BC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4EB1D0-65F5-6E44-9DC7-A04CCB08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5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0DC1-2EA7-2243-8A36-D3A7356E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89F8C-AAB9-324B-924A-E9088E0D6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EE56D-0597-6140-8485-B89DE77D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FA879-016C-5840-9C5B-226E715F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1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49A32-0A8D-5B4C-AAF9-4791D136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1DA65-E1E3-0A48-81F1-4D2A970CA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65A6A-9B42-364C-ADBE-232DF5B2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7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046F-2C14-A447-A8BC-C20475A66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23171-0BA3-D64A-A529-A47F0CF08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E36D6-9991-AD46-B781-0E908AA9D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E6AE-61BF-B240-AA3D-CE90B0EE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25338-DF6F-404E-A6A3-568B08D1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1D5-BF02-8D4F-A954-56B16E19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4BD4-7B32-F742-A259-E8C97224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050B1-79EE-D040-9FF4-E44D7D6E5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8C28C-70A4-8845-A22B-7A2869E35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DCAA9-6067-0443-8DF6-7AAABFB4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897E8-74FC-C147-BCA2-7A3B997D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B87A6-A673-B048-8385-BB971B44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0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01EE-2899-C443-980A-1047A740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DC479-6635-AD4F-BD2E-650AA7769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F340-2143-9941-9C0D-1D96B828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67849-8B5B-094D-97E6-E40CACA4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CEA23-0777-2341-9E8E-E6C1B5BA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47C28C-88BB-2F49-A9CA-17AC96625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ADA55-430D-1A4D-AC93-0F2A21D74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920-FD37-D746-9B26-EAAB13AA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AA70D-0969-BD4C-8BAB-89A0AD80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BB90-1FAB-E647-BD12-D3D51627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7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B295B0-1D88-9647-A42E-3C991340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B56D7-1EC1-A34F-B8A3-6580D032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FB18E-4932-ED40-8EDD-A7A4ADA27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7341E-E8D5-574D-9C77-42D65F8270B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404A4-9777-484C-9646-FA1FA153E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C862-D871-BB43-81F2-808EB0347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8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1.xml"/><Relationship Id="rId299" Type="http://schemas.openxmlformats.org/officeDocument/2006/relationships/image" Target="../media/image140.png"/><Relationship Id="rId21" Type="http://schemas.openxmlformats.org/officeDocument/2006/relationships/image" Target="../media/image12.png"/><Relationship Id="rId63" Type="http://schemas.openxmlformats.org/officeDocument/2006/relationships/customXml" Target="../ink/ink34.xml"/><Relationship Id="rId159" Type="http://schemas.openxmlformats.org/officeDocument/2006/relationships/image" Target="../media/image74.png"/><Relationship Id="rId324" Type="http://schemas.openxmlformats.org/officeDocument/2006/relationships/customXml" Target="../ink/ink173.xml"/><Relationship Id="rId170" Type="http://schemas.openxmlformats.org/officeDocument/2006/relationships/customXml" Target="../ink/ink92.xml"/><Relationship Id="rId226" Type="http://schemas.openxmlformats.org/officeDocument/2006/relationships/customXml" Target="../ink/ink120.xml"/><Relationship Id="rId268" Type="http://schemas.openxmlformats.org/officeDocument/2006/relationships/customXml" Target="../ink/ink141.xml"/><Relationship Id="rId32" Type="http://schemas.openxmlformats.org/officeDocument/2006/relationships/customXml" Target="../ink/ink16.xml"/><Relationship Id="rId74" Type="http://schemas.openxmlformats.org/officeDocument/2006/relationships/image" Target="../media/image36.png"/><Relationship Id="rId128" Type="http://schemas.openxmlformats.org/officeDocument/2006/relationships/image" Target="../media/image63.png"/><Relationship Id="rId5" Type="http://schemas.openxmlformats.org/officeDocument/2006/relationships/image" Target="../media/image4.png"/><Relationship Id="rId181" Type="http://schemas.openxmlformats.org/officeDocument/2006/relationships/image" Target="../media/image85.png"/><Relationship Id="rId237" Type="http://schemas.openxmlformats.org/officeDocument/2006/relationships/image" Target="../media/image113.png"/><Relationship Id="rId279" Type="http://schemas.openxmlformats.org/officeDocument/2006/relationships/customXml" Target="../ink/ink148.xml"/><Relationship Id="rId43" Type="http://schemas.openxmlformats.org/officeDocument/2006/relationships/image" Target="../media/image22.png"/><Relationship Id="rId139" Type="http://schemas.openxmlformats.org/officeDocument/2006/relationships/customXml" Target="../ink/ink75.xml"/><Relationship Id="rId290" Type="http://schemas.openxmlformats.org/officeDocument/2006/relationships/customXml" Target="../ink/ink156.xml"/><Relationship Id="rId304" Type="http://schemas.openxmlformats.org/officeDocument/2006/relationships/customXml" Target="../ink/ink163.xml"/><Relationship Id="rId85" Type="http://schemas.openxmlformats.org/officeDocument/2006/relationships/customXml" Target="../ink/ink45.xml"/><Relationship Id="rId150" Type="http://schemas.openxmlformats.org/officeDocument/2006/relationships/customXml" Target="../ink/ink82.xml"/><Relationship Id="rId192" Type="http://schemas.openxmlformats.org/officeDocument/2006/relationships/customXml" Target="../ink/ink103.xml"/><Relationship Id="rId206" Type="http://schemas.openxmlformats.org/officeDocument/2006/relationships/customXml" Target="../ink/ink110.xml"/><Relationship Id="rId248" Type="http://schemas.openxmlformats.org/officeDocument/2006/relationships/customXml" Target="../ink/ink131.xml"/><Relationship Id="rId12" Type="http://schemas.openxmlformats.org/officeDocument/2006/relationships/customXml" Target="../ink/ink6.xml"/><Relationship Id="rId108" Type="http://schemas.openxmlformats.org/officeDocument/2006/relationships/image" Target="../media/image53.png"/><Relationship Id="rId315" Type="http://schemas.openxmlformats.org/officeDocument/2006/relationships/image" Target="../media/image148.png"/><Relationship Id="rId54" Type="http://schemas.openxmlformats.org/officeDocument/2006/relationships/image" Target="../media/image26.png"/><Relationship Id="rId96" Type="http://schemas.openxmlformats.org/officeDocument/2006/relationships/image" Target="../media/image47.png"/><Relationship Id="rId161" Type="http://schemas.openxmlformats.org/officeDocument/2006/relationships/image" Target="../media/image75.png"/><Relationship Id="rId217" Type="http://schemas.openxmlformats.org/officeDocument/2006/relationships/image" Target="../media/image103.png"/><Relationship Id="rId259" Type="http://schemas.openxmlformats.org/officeDocument/2006/relationships/image" Target="../media/image124.png"/><Relationship Id="rId23" Type="http://schemas.openxmlformats.org/officeDocument/2006/relationships/image" Target="../media/image13.png"/><Relationship Id="rId119" Type="http://schemas.openxmlformats.org/officeDocument/2006/relationships/customXml" Target="../ink/ink62.xml"/><Relationship Id="rId270" Type="http://schemas.openxmlformats.org/officeDocument/2006/relationships/customXml" Target="../ink/ink142.xml"/><Relationship Id="rId65" Type="http://schemas.openxmlformats.org/officeDocument/2006/relationships/customXml" Target="../ink/ink35.xml"/><Relationship Id="rId130" Type="http://schemas.openxmlformats.org/officeDocument/2006/relationships/image" Target="../media/image64.png"/><Relationship Id="rId172" Type="http://schemas.openxmlformats.org/officeDocument/2006/relationships/customXml" Target="../ink/ink93.xml"/><Relationship Id="rId228" Type="http://schemas.openxmlformats.org/officeDocument/2006/relationships/customXml" Target="../ink/ink121.xml"/><Relationship Id="rId281" Type="http://schemas.openxmlformats.org/officeDocument/2006/relationships/customXml" Target="../ink/ink150.xml"/><Relationship Id="rId34" Type="http://schemas.openxmlformats.org/officeDocument/2006/relationships/customXml" Target="../ink/ink17.xml"/><Relationship Id="rId76" Type="http://schemas.openxmlformats.org/officeDocument/2006/relationships/image" Target="../media/image37.png"/><Relationship Id="rId141" Type="http://schemas.openxmlformats.org/officeDocument/2006/relationships/customXml" Target="../ink/ink77.xml"/><Relationship Id="rId7" Type="http://schemas.openxmlformats.org/officeDocument/2006/relationships/image" Target="../media/image5.png"/><Relationship Id="rId162" Type="http://schemas.openxmlformats.org/officeDocument/2006/relationships/customXml" Target="../ink/ink88.xml"/><Relationship Id="rId183" Type="http://schemas.openxmlformats.org/officeDocument/2006/relationships/image" Target="../media/image86.png"/><Relationship Id="rId218" Type="http://schemas.openxmlformats.org/officeDocument/2006/relationships/customXml" Target="../ink/ink116.xml"/><Relationship Id="rId239" Type="http://schemas.openxmlformats.org/officeDocument/2006/relationships/image" Target="../media/image114.png"/><Relationship Id="rId250" Type="http://schemas.openxmlformats.org/officeDocument/2006/relationships/customXml" Target="../ink/ink132.xml"/><Relationship Id="rId271" Type="http://schemas.openxmlformats.org/officeDocument/2006/relationships/image" Target="../media/image130.png"/><Relationship Id="rId292" Type="http://schemas.openxmlformats.org/officeDocument/2006/relationships/customXml" Target="../ink/ink157.xml"/><Relationship Id="rId306" Type="http://schemas.openxmlformats.org/officeDocument/2006/relationships/customXml" Target="../ink/ink164.xml"/><Relationship Id="rId24" Type="http://schemas.openxmlformats.org/officeDocument/2006/relationships/customXml" Target="../ink/ink12.xml"/><Relationship Id="rId45" Type="http://schemas.openxmlformats.org/officeDocument/2006/relationships/image" Target="../media/image23.png"/><Relationship Id="rId66" Type="http://schemas.openxmlformats.org/officeDocument/2006/relationships/image" Target="../media/image32.png"/><Relationship Id="rId87" Type="http://schemas.openxmlformats.org/officeDocument/2006/relationships/customXml" Target="../ink/ink46.xml"/><Relationship Id="rId110" Type="http://schemas.openxmlformats.org/officeDocument/2006/relationships/image" Target="../media/image54.png"/><Relationship Id="rId131" Type="http://schemas.openxmlformats.org/officeDocument/2006/relationships/customXml" Target="../ink/ink68.xml"/><Relationship Id="rId152" Type="http://schemas.openxmlformats.org/officeDocument/2006/relationships/customXml" Target="../ink/ink83.xml"/><Relationship Id="rId173" Type="http://schemas.openxmlformats.org/officeDocument/2006/relationships/image" Target="../media/image81.png"/><Relationship Id="rId194" Type="http://schemas.openxmlformats.org/officeDocument/2006/relationships/customXml" Target="../ink/ink104.xml"/><Relationship Id="rId208" Type="http://schemas.openxmlformats.org/officeDocument/2006/relationships/customXml" Target="../ink/ink111.xml"/><Relationship Id="rId229" Type="http://schemas.openxmlformats.org/officeDocument/2006/relationships/image" Target="../media/image109.png"/><Relationship Id="rId240" Type="http://schemas.openxmlformats.org/officeDocument/2006/relationships/customXml" Target="../ink/ink127.xml"/><Relationship Id="rId261" Type="http://schemas.openxmlformats.org/officeDocument/2006/relationships/image" Target="../media/image125.png"/><Relationship Id="rId14" Type="http://schemas.openxmlformats.org/officeDocument/2006/relationships/customXml" Target="../ink/ink7.xml"/><Relationship Id="rId35" Type="http://schemas.openxmlformats.org/officeDocument/2006/relationships/customXml" Target="../ink/ink18.xml"/><Relationship Id="rId56" Type="http://schemas.openxmlformats.org/officeDocument/2006/relationships/image" Target="../media/image27.png"/><Relationship Id="rId77" Type="http://schemas.openxmlformats.org/officeDocument/2006/relationships/customXml" Target="../ink/ink41.xml"/><Relationship Id="rId100" Type="http://schemas.openxmlformats.org/officeDocument/2006/relationships/image" Target="../media/image49.png"/><Relationship Id="rId282" Type="http://schemas.openxmlformats.org/officeDocument/2006/relationships/customXml" Target="../ink/ink151.xml"/><Relationship Id="rId317" Type="http://schemas.openxmlformats.org/officeDocument/2006/relationships/image" Target="../media/image149.png"/><Relationship Id="rId8" Type="http://schemas.openxmlformats.org/officeDocument/2006/relationships/customXml" Target="../ink/ink4.xml"/><Relationship Id="rId98" Type="http://schemas.openxmlformats.org/officeDocument/2006/relationships/image" Target="../media/image48.png"/><Relationship Id="rId121" Type="http://schemas.openxmlformats.org/officeDocument/2006/relationships/customXml" Target="../ink/ink63.xml"/><Relationship Id="rId142" Type="http://schemas.openxmlformats.org/officeDocument/2006/relationships/image" Target="../media/image66.png"/><Relationship Id="rId163" Type="http://schemas.openxmlformats.org/officeDocument/2006/relationships/image" Target="../media/image76.png"/><Relationship Id="rId184" Type="http://schemas.openxmlformats.org/officeDocument/2006/relationships/customXml" Target="../ink/ink99.xml"/><Relationship Id="rId219" Type="http://schemas.openxmlformats.org/officeDocument/2006/relationships/image" Target="../media/image104.png"/><Relationship Id="rId230" Type="http://schemas.openxmlformats.org/officeDocument/2006/relationships/customXml" Target="../ink/ink122.xml"/><Relationship Id="rId251" Type="http://schemas.openxmlformats.org/officeDocument/2006/relationships/image" Target="../media/image120.png"/><Relationship Id="rId25" Type="http://schemas.openxmlformats.org/officeDocument/2006/relationships/image" Target="../media/image14.png"/><Relationship Id="rId46" Type="http://schemas.openxmlformats.org/officeDocument/2006/relationships/customXml" Target="../ink/ink24.xml"/><Relationship Id="rId67" Type="http://schemas.openxmlformats.org/officeDocument/2006/relationships/customXml" Target="../ink/ink36.xml"/><Relationship Id="rId272" Type="http://schemas.openxmlformats.org/officeDocument/2006/relationships/customXml" Target="../ink/ink143.xml"/><Relationship Id="rId293" Type="http://schemas.openxmlformats.org/officeDocument/2006/relationships/image" Target="../media/image137.png"/><Relationship Id="rId307" Type="http://schemas.openxmlformats.org/officeDocument/2006/relationships/image" Target="../media/image144.png"/><Relationship Id="rId88" Type="http://schemas.openxmlformats.org/officeDocument/2006/relationships/image" Target="../media/image43.png"/><Relationship Id="rId111" Type="http://schemas.openxmlformats.org/officeDocument/2006/relationships/customXml" Target="../ink/ink58.xml"/><Relationship Id="rId132" Type="http://schemas.openxmlformats.org/officeDocument/2006/relationships/image" Target="../media/image65.png"/><Relationship Id="rId153" Type="http://schemas.openxmlformats.org/officeDocument/2006/relationships/image" Target="../media/image71.png"/><Relationship Id="rId174" Type="http://schemas.openxmlformats.org/officeDocument/2006/relationships/customXml" Target="../ink/ink94.xml"/><Relationship Id="rId195" Type="http://schemas.openxmlformats.org/officeDocument/2006/relationships/image" Target="../media/image92.png"/><Relationship Id="rId209" Type="http://schemas.openxmlformats.org/officeDocument/2006/relationships/image" Target="../media/image99.png"/><Relationship Id="rId220" Type="http://schemas.openxmlformats.org/officeDocument/2006/relationships/customXml" Target="../ink/ink117.xml"/><Relationship Id="rId241" Type="http://schemas.openxmlformats.org/officeDocument/2006/relationships/image" Target="../media/image115.png"/><Relationship Id="rId15" Type="http://schemas.openxmlformats.org/officeDocument/2006/relationships/image" Target="../media/image9.png"/><Relationship Id="rId36" Type="http://schemas.openxmlformats.org/officeDocument/2006/relationships/customXml" Target="../ink/ink19.xml"/><Relationship Id="rId57" Type="http://schemas.openxmlformats.org/officeDocument/2006/relationships/customXml" Target="../ink/ink31.xml"/><Relationship Id="rId262" Type="http://schemas.openxmlformats.org/officeDocument/2006/relationships/customXml" Target="../ink/ink138.xml"/><Relationship Id="rId283" Type="http://schemas.openxmlformats.org/officeDocument/2006/relationships/customXml" Target="../ink/ink152.xml"/><Relationship Id="rId318" Type="http://schemas.openxmlformats.org/officeDocument/2006/relationships/customXml" Target="../ink/ink170.xml"/><Relationship Id="rId78" Type="http://schemas.openxmlformats.org/officeDocument/2006/relationships/image" Target="../media/image38.png"/><Relationship Id="rId99" Type="http://schemas.openxmlformats.org/officeDocument/2006/relationships/customXml" Target="../ink/ink52.xml"/><Relationship Id="rId101" Type="http://schemas.openxmlformats.org/officeDocument/2006/relationships/customXml" Target="../ink/ink53.xml"/><Relationship Id="rId122" Type="http://schemas.openxmlformats.org/officeDocument/2006/relationships/image" Target="../media/image60.png"/><Relationship Id="rId143" Type="http://schemas.openxmlformats.org/officeDocument/2006/relationships/customXml" Target="../ink/ink78.xml"/><Relationship Id="rId164" Type="http://schemas.openxmlformats.org/officeDocument/2006/relationships/customXml" Target="../ink/ink89.xml"/><Relationship Id="rId185" Type="http://schemas.openxmlformats.org/officeDocument/2006/relationships/image" Target="../media/image87.png"/><Relationship Id="rId9" Type="http://schemas.openxmlformats.org/officeDocument/2006/relationships/image" Target="../media/image6.png"/><Relationship Id="rId210" Type="http://schemas.openxmlformats.org/officeDocument/2006/relationships/customXml" Target="../ink/ink112.xml"/><Relationship Id="rId26" Type="http://schemas.openxmlformats.org/officeDocument/2006/relationships/customXml" Target="../ink/ink13.xml"/><Relationship Id="rId231" Type="http://schemas.openxmlformats.org/officeDocument/2006/relationships/image" Target="../media/image110.png"/><Relationship Id="rId252" Type="http://schemas.openxmlformats.org/officeDocument/2006/relationships/customXml" Target="../ink/ink133.xml"/><Relationship Id="rId273" Type="http://schemas.openxmlformats.org/officeDocument/2006/relationships/customXml" Target="../ink/ink144.xml"/><Relationship Id="rId294" Type="http://schemas.openxmlformats.org/officeDocument/2006/relationships/customXml" Target="../ink/ink158.xml"/><Relationship Id="rId308" Type="http://schemas.openxmlformats.org/officeDocument/2006/relationships/customXml" Target="../ink/ink165.xml"/><Relationship Id="rId47" Type="http://schemas.openxmlformats.org/officeDocument/2006/relationships/customXml" Target="../ink/ink25.xml"/><Relationship Id="rId68" Type="http://schemas.openxmlformats.org/officeDocument/2006/relationships/image" Target="../media/image33.png"/><Relationship Id="rId89" Type="http://schemas.openxmlformats.org/officeDocument/2006/relationships/customXml" Target="../ink/ink47.xml"/><Relationship Id="rId112" Type="http://schemas.openxmlformats.org/officeDocument/2006/relationships/image" Target="../media/image55.png"/><Relationship Id="rId133" Type="http://schemas.openxmlformats.org/officeDocument/2006/relationships/customXml" Target="../ink/ink69.xml"/><Relationship Id="rId154" Type="http://schemas.openxmlformats.org/officeDocument/2006/relationships/customXml" Target="../ink/ink84.xml"/><Relationship Id="rId175" Type="http://schemas.openxmlformats.org/officeDocument/2006/relationships/image" Target="../media/image82.png"/><Relationship Id="rId196" Type="http://schemas.openxmlformats.org/officeDocument/2006/relationships/customXml" Target="../ink/ink105.xml"/><Relationship Id="rId200" Type="http://schemas.openxmlformats.org/officeDocument/2006/relationships/customXml" Target="../ink/ink107.xml"/><Relationship Id="rId16" Type="http://schemas.openxmlformats.org/officeDocument/2006/relationships/customXml" Target="../ink/ink8.xml"/><Relationship Id="rId221" Type="http://schemas.openxmlformats.org/officeDocument/2006/relationships/image" Target="../media/image105.png"/><Relationship Id="rId242" Type="http://schemas.openxmlformats.org/officeDocument/2006/relationships/customXml" Target="../ink/ink128.xml"/><Relationship Id="rId263" Type="http://schemas.openxmlformats.org/officeDocument/2006/relationships/image" Target="../media/image126.png"/><Relationship Id="rId284" Type="http://schemas.openxmlformats.org/officeDocument/2006/relationships/customXml" Target="../ink/ink153.xml"/><Relationship Id="rId319" Type="http://schemas.openxmlformats.org/officeDocument/2006/relationships/image" Target="../media/image150.png"/><Relationship Id="rId37" Type="http://schemas.openxmlformats.org/officeDocument/2006/relationships/image" Target="../media/image19.png"/><Relationship Id="rId58" Type="http://schemas.openxmlformats.org/officeDocument/2006/relationships/image" Target="../media/image28.png"/><Relationship Id="rId79" Type="http://schemas.openxmlformats.org/officeDocument/2006/relationships/customXml" Target="../ink/ink42.xml"/><Relationship Id="rId102" Type="http://schemas.openxmlformats.org/officeDocument/2006/relationships/image" Target="../media/image50.png"/><Relationship Id="rId123" Type="http://schemas.openxmlformats.org/officeDocument/2006/relationships/customXml" Target="../ink/ink64.xml"/><Relationship Id="rId144" Type="http://schemas.openxmlformats.org/officeDocument/2006/relationships/customXml" Target="../ink/ink79.xml"/><Relationship Id="rId90" Type="http://schemas.openxmlformats.org/officeDocument/2006/relationships/image" Target="../media/image44.png"/><Relationship Id="rId165" Type="http://schemas.openxmlformats.org/officeDocument/2006/relationships/image" Target="../media/image77.png"/><Relationship Id="rId186" Type="http://schemas.openxmlformats.org/officeDocument/2006/relationships/customXml" Target="../ink/ink100.xml"/><Relationship Id="rId211" Type="http://schemas.openxmlformats.org/officeDocument/2006/relationships/image" Target="../media/image100.png"/><Relationship Id="rId232" Type="http://schemas.openxmlformats.org/officeDocument/2006/relationships/customXml" Target="../ink/ink123.xml"/><Relationship Id="rId253" Type="http://schemas.openxmlformats.org/officeDocument/2006/relationships/image" Target="../media/image121.png"/><Relationship Id="rId274" Type="http://schemas.openxmlformats.org/officeDocument/2006/relationships/image" Target="../media/image131.png"/><Relationship Id="rId295" Type="http://schemas.openxmlformats.org/officeDocument/2006/relationships/image" Target="../media/image138.png"/><Relationship Id="rId309" Type="http://schemas.openxmlformats.org/officeDocument/2006/relationships/image" Target="../media/image145.png"/><Relationship Id="rId27" Type="http://schemas.openxmlformats.org/officeDocument/2006/relationships/image" Target="../media/image15.png"/><Relationship Id="rId48" Type="http://schemas.openxmlformats.org/officeDocument/2006/relationships/image" Target="../media/image24.png"/><Relationship Id="rId69" Type="http://schemas.openxmlformats.org/officeDocument/2006/relationships/customXml" Target="../ink/ink37.xml"/><Relationship Id="rId113" Type="http://schemas.openxmlformats.org/officeDocument/2006/relationships/customXml" Target="../ink/ink59.xml"/><Relationship Id="rId134" Type="http://schemas.openxmlformats.org/officeDocument/2006/relationships/customXml" Target="../ink/ink70.xml"/><Relationship Id="rId320" Type="http://schemas.openxmlformats.org/officeDocument/2006/relationships/customXml" Target="../ink/ink171.xml"/><Relationship Id="rId80" Type="http://schemas.openxmlformats.org/officeDocument/2006/relationships/image" Target="../media/image39.png"/><Relationship Id="rId155" Type="http://schemas.openxmlformats.org/officeDocument/2006/relationships/image" Target="../media/image72.png"/><Relationship Id="rId176" Type="http://schemas.openxmlformats.org/officeDocument/2006/relationships/customXml" Target="../ink/ink95.xml"/><Relationship Id="rId197" Type="http://schemas.openxmlformats.org/officeDocument/2006/relationships/image" Target="../media/image93.png"/><Relationship Id="rId201" Type="http://schemas.openxmlformats.org/officeDocument/2006/relationships/image" Target="../media/image95.png"/><Relationship Id="rId222" Type="http://schemas.openxmlformats.org/officeDocument/2006/relationships/customXml" Target="../ink/ink118.xml"/><Relationship Id="rId243" Type="http://schemas.openxmlformats.org/officeDocument/2006/relationships/image" Target="../media/image116.png"/><Relationship Id="rId264" Type="http://schemas.openxmlformats.org/officeDocument/2006/relationships/customXml" Target="../ink/ink139.xml"/><Relationship Id="rId285" Type="http://schemas.openxmlformats.org/officeDocument/2006/relationships/image" Target="../media/image133.png"/><Relationship Id="rId17" Type="http://schemas.openxmlformats.org/officeDocument/2006/relationships/image" Target="../media/image10.png"/><Relationship Id="rId38" Type="http://schemas.openxmlformats.org/officeDocument/2006/relationships/customXml" Target="../ink/ink20.xml"/><Relationship Id="rId59" Type="http://schemas.openxmlformats.org/officeDocument/2006/relationships/customXml" Target="../ink/ink32.xml"/><Relationship Id="rId103" Type="http://schemas.openxmlformats.org/officeDocument/2006/relationships/customXml" Target="../ink/ink54.xml"/><Relationship Id="rId124" Type="http://schemas.openxmlformats.org/officeDocument/2006/relationships/image" Target="../media/image61.png"/><Relationship Id="rId310" Type="http://schemas.openxmlformats.org/officeDocument/2006/relationships/customXml" Target="../ink/ink166.xml"/><Relationship Id="rId70" Type="http://schemas.openxmlformats.org/officeDocument/2006/relationships/image" Target="../media/image34.png"/><Relationship Id="rId91" Type="http://schemas.openxmlformats.org/officeDocument/2006/relationships/customXml" Target="../ink/ink48.xml"/><Relationship Id="rId145" Type="http://schemas.openxmlformats.org/officeDocument/2006/relationships/image" Target="../media/image67.png"/><Relationship Id="rId166" Type="http://schemas.openxmlformats.org/officeDocument/2006/relationships/customXml" Target="../ink/ink90.xml"/><Relationship Id="rId187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3.xml"/><Relationship Id="rId233" Type="http://schemas.openxmlformats.org/officeDocument/2006/relationships/image" Target="../media/image111.png"/><Relationship Id="rId254" Type="http://schemas.openxmlformats.org/officeDocument/2006/relationships/customXml" Target="../ink/ink134.xml"/><Relationship Id="rId28" Type="http://schemas.openxmlformats.org/officeDocument/2006/relationships/customXml" Target="../ink/ink14.xml"/><Relationship Id="rId49" Type="http://schemas.openxmlformats.org/officeDocument/2006/relationships/customXml" Target="../ink/ink26.xml"/><Relationship Id="rId114" Type="http://schemas.openxmlformats.org/officeDocument/2006/relationships/image" Target="../media/image56.png"/><Relationship Id="rId275" Type="http://schemas.openxmlformats.org/officeDocument/2006/relationships/customXml" Target="../ink/ink145.xml"/><Relationship Id="rId296" Type="http://schemas.openxmlformats.org/officeDocument/2006/relationships/customXml" Target="../ink/ink159.xml"/><Relationship Id="rId300" Type="http://schemas.openxmlformats.org/officeDocument/2006/relationships/customXml" Target="../ink/ink161.xml"/><Relationship Id="rId60" Type="http://schemas.openxmlformats.org/officeDocument/2006/relationships/image" Target="../media/image29.png"/><Relationship Id="rId81" Type="http://schemas.openxmlformats.org/officeDocument/2006/relationships/customXml" Target="../ink/ink43.xml"/><Relationship Id="rId135" Type="http://schemas.openxmlformats.org/officeDocument/2006/relationships/customXml" Target="../ink/ink71.xml"/><Relationship Id="rId156" Type="http://schemas.openxmlformats.org/officeDocument/2006/relationships/customXml" Target="../ink/ink85.xml"/><Relationship Id="rId177" Type="http://schemas.openxmlformats.org/officeDocument/2006/relationships/image" Target="../media/image83.png"/><Relationship Id="rId198" Type="http://schemas.openxmlformats.org/officeDocument/2006/relationships/customXml" Target="../ink/ink106.xml"/><Relationship Id="rId321" Type="http://schemas.openxmlformats.org/officeDocument/2006/relationships/image" Target="../media/image151.png"/><Relationship Id="rId202" Type="http://schemas.openxmlformats.org/officeDocument/2006/relationships/customXml" Target="../ink/ink108.xml"/><Relationship Id="rId223" Type="http://schemas.openxmlformats.org/officeDocument/2006/relationships/image" Target="../media/image106.png"/><Relationship Id="rId244" Type="http://schemas.openxmlformats.org/officeDocument/2006/relationships/customXml" Target="../ink/ink129.xml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265" Type="http://schemas.openxmlformats.org/officeDocument/2006/relationships/image" Target="../media/image127.png"/><Relationship Id="rId286" Type="http://schemas.openxmlformats.org/officeDocument/2006/relationships/customXml" Target="../ink/ink154.xml"/><Relationship Id="rId50" Type="http://schemas.openxmlformats.org/officeDocument/2006/relationships/image" Target="../media/image25.png"/><Relationship Id="rId104" Type="http://schemas.openxmlformats.org/officeDocument/2006/relationships/image" Target="../media/image51.png"/><Relationship Id="rId125" Type="http://schemas.openxmlformats.org/officeDocument/2006/relationships/customXml" Target="../ink/ink65.xml"/><Relationship Id="rId146" Type="http://schemas.openxmlformats.org/officeDocument/2006/relationships/customXml" Target="../ink/ink80.xml"/><Relationship Id="rId167" Type="http://schemas.openxmlformats.org/officeDocument/2006/relationships/image" Target="../media/image78.png"/><Relationship Id="rId188" Type="http://schemas.openxmlformats.org/officeDocument/2006/relationships/customXml" Target="../ink/ink101.xml"/><Relationship Id="rId311" Type="http://schemas.openxmlformats.org/officeDocument/2006/relationships/image" Target="../media/image146.png"/><Relationship Id="rId71" Type="http://schemas.openxmlformats.org/officeDocument/2006/relationships/customXml" Target="../ink/ink38.xml"/><Relationship Id="rId92" Type="http://schemas.openxmlformats.org/officeDocument/2006/relationships/image" Target="../media/image45.png"/><Relationship Id="rId213" Type="http://schemas.openxmlformats.org/officeDocument/2006/relationships/image" Target="../media/image101.png"/><Relationship Id="rId234" Type="http://schemas.openxmlformats.org/officeDocument/2006/relationships/customXml" Target="../ink/ink124.xml"/><Relationship Id="rId2" Type="http://schemas.openxmlformats.org/officeDocument/2006/relationships/customXml" Target="../ink/ink1.xml"/><Relationship Id="rId29" Type="http://schemas.openxmlformats.org/officeDocument/2006/relationships/image" Target="../media/image16.png"/><Relationship Id="rId255" Type="http://schemas.openxmlformats.org/officeDocument/2006/relationships/image" Target="../media/image122.png"/><Relationship Id="rId276" Type="http://schemas.openxmlformats.org/officeDocument/2006/relationships/image" Target="../media/image132.png"/><Relationship Id="rId297" Type="http://schemas.openxmlformats.org/officeDocument/2006/relationships/image" Target="../media/image139.png"/><Relationship Id="rId40" Type="http://schemas.openxmlformats.org/officeDocument/2006/relationships/customXml" Target="../ink/ink21.xml"/><Relationship Id="rId115" Type="http://schemas.openxmlformats.org/officeDocument/2006/relationships/customXml" Target="../ink/ink60.xml"/><Relationship Id="rId136" Type="http://schemas.openxmlformats.org/officeDocument/2006/relationships/customXml" Target="../ink/ink72.xml"/><Relationship Id="rId157" Type="http://schemas.openxmlformats.org/officeDocument/2006/relationships/image" Target="../media/image73.png"/><Relationship Id="rId178" Type="http://schemas.openxmlformats.org/officeDocument/2006/relationships/customXml" Target="../ink/ink96.xml"/><Relationship Id="rId301" Type="http://schemas.openxmlformats.org/officeDocument/2006/relationships/image" Target="../media/image141.png"/><Relationship Id="rId322" Type="http://schemas.openxmlformats.org/officeDocument/2006/relationships/customXml" Target="../ink/ink172.xml"/><Relationship Id="rId61" Type="http://schemas.openxmlformats.org/officeDocument/2006/relationships/customXml" Target="../ink/ink33.xml"/><Relationship Id="rId82" Type="http://schemas.openxmlformats.org/officeDocument/2006/relationships/image" Target="../media/image40.png"/><Relationship Id="rId199" Type="http://schemas.openxmlformats.org/officeDocument/2006/relationships/image" Target="../media/image94.png"/><Relationship Id="rId203" Type="http://schemas.openxmlformats.org/officeDocument/2006/relationships/image" Target="../media/image96.png"/><Relationship Id="rId19" Type="http://schemas.openxmlformats.org/officeDocument/2006/relationships/image" Target="../media/image11.png"/><Relationship Id="rId224" Type="http://schemas.openxmlformats.org/officeDocument/2006/relationships/customXml" Target="../ink/ink119.xml"/><Relationship Id="rId245" Type="http://schemas.openxmlformats.org/officeDocument/2006/relationships/image" Target="../media/image117.png"/><Relationship Id="rId266" Type="http://schemas.openxmlformats.org/officeDocument/2006/relationships/customXml" Target="../ink/ink140.xml"/><Relationship Id="rId287" Type="http://schemas.openxmlformats.org/officeDocument/2006/relationships/image" Target="../media/image134.png"/><Relationship Id="rId30" Type="http://schemas.openxmlformats.org/officeDocument/2006/relationships/customXml" Target="../ink/ink15.xml"/><Relationship Id="rId105" Type="http://schemas.openxmlformats.org/officeDocument/2006/relationships/customXml" Target="../ink/ink55.xml"/><Relationship Id="rId126" Type="http://schemas.openxmlformats.org/officeDocument/2006/relationships/image" Target="../media/image62.png"/><Relationship Id="rId147" Type="http://schemas.openxmlformats.org/officeDocument/2006/relationships/image" Target="../media/image68.png"/><Relationship Id="rId168" Type="http://schemas.openxmlformats.org/officeDocument/2006/relationships/customXml" Target="../ink/ink91.xml"/><Relationship Id="rId312" Type="http://schemas.openxmlformats.org/officeDocument/2006/relationships/customXml" Target="../ink/ink167.xml"/><Relationship Id="rId51" Type="http://schemas.openxmlformats.org/officeDocument/2006/relationships/customXml" Target="../ink/ink27.xml"/><Relationship Id="rId72" Type="http://schemas.openxmlformats.org/officeDocument/2006/relationships/image" Target="../media/image35.png"/><Relationship Id="rId93" Type="http://schemas.openxmlformats.org/officeDocument/2006/relationships/customXml" Target="../ink/ink49.xml"/><Relationship Id="rId189" Type="http://schemas.openxmlformats.org/officeDocument/2006/relationships/image" Target="../media/image89.png"/><Relationship Id="rId3" Type="http://schemas.openxmlformats.org/officeDocument/2006/relationships/image" Target="../media/image3.png"/><Relationship Id="rId214" Type="http://schemas.openxmlformats.org/officeDocument/2006/relationships/customXml" Target="../ink/ink114.xml"/><Relationship Id="rId235" Type="http://schemas.openxmlformats.org/officeDocument/2006/relationships/image" Target="../media/image112.png"/><Relationship Id="rId256" Type="http://schemas.openxmlformats.org/officeDocument/2006/relationships/customXml" Target="../ink/ink135.xml"/><Relationship Id="rId277" Type="http://schemas.openxmlformats.org/officeDocument/2006/relationships/customXml" Target="../ink/ink146.xml"/><Relationship Id="rId298" Type="http://schemas.openxmlformats.org/officeDocument/2006/relationships/customXml" Target="../ink/ink160.xml"/><Relationship Id="rId116" Type="http://schemas.openxmlformats.org/officeDocument/2006/relationships/image" Target="../media/image57.png"/><Relationship Id="rId137" Type="http://schemas.openxmlformats.org/officeDocument/2006/relationships/customXml" Target="../ink/ink73.xml"/><Relationship Id="rId158" Type="http://schemas.openxmlformats.org/officeDocument/2006/relationships/customXml" Target="../ink/ink86.xml"/><Relationship Id="rId302" Type="http://schemas.openxmlformats.org/officeDocument/2006/relationships/customXml" Target="../ink/ink162.xml"/><Relationship Id="rId323" Type="http://schemas.openxmlformats.org/officeDocument/2006/relationships/image" Target="../media/image152.png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image" Target="../media/image30.png"/><Relationship Id="rId83" Type="http://schemas.openxmlformats.org/officeDocument/2006/relationships/customXml" Target="../ink/ink44.xml"/><Relationship Id="rId179" Type="http://schemas.openxmlformats.org/officeDocument/2006/relationships/image" Target="../media/image84.png"/><Relationship Id="rId190" Type="http://schemas.openxmlformats.org/officeDocument/2006/relationships/customXml" Target="../ink/ink102.xml"/><Relationship Id="rId204" Type="http://schemas.openxmlformats.org/officeDocument/2006/relationships/customXml" Target="../ink/ink109.xml"/><Relationship Id="rId225" Type="http://schemas.openxmlformats.org/officeDocument/2006/relationships/image" Target="../media/image107.png"/><Relationship Id="rId246" Type="http://schemas.openxmlformats.org/officeDocument/2006/relationships/customXml" Target="../ink/ink130.xml"/><Relationship Id="rId267" Type="http://schemas.openxmlformats.org/officeDocument/2006/relationships/image" Target="../media/image128.png"/><Relationship Id="rId288" Type="http://schemas.openxmlformats.org/officeDocument/2006/relationships/customXml" Target="../ink/ink155.xml"/><Relationship Id="rId106" Type="http://schemas.openxmlformats.org/officeDocument/2006/relationships/image" Target="../media/image52.png"/><Relationship Id="rId127" Type="http://schemas.openxmlformats.org/officeDocument/2006/relationships/customXml" Target="../ink/ink66.xml"/><Relationship Id="rId313" Type="http://schemas.openxmlformats.org/officeDocument/2006/relationships/image" Target="../media/image147.png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52" Type="http://schemas.openxmlformats.org/officeDocument/2006/relationships/customXml" Target="../ink/ink28.xml"/><Relationship Id="rId73" Type="http://schemas.openxmlformats.org/officeDocument/2006/relationships/customXml" Target="../ink/ink39.xml"/><Relationship Id="rId94" Type="http://schemas.openxmlformats.org/officeDocument/2006/relationships/image" Target="../media/image46.png"/><Relationship Id="rId148" Type="http://schemas.openxmlformats.org/officeDocument/2006/relationships/customXml" Target="../ink/ink81.xml"/><Relationship Id="rId169" Type="http://schemas.openxmlformats.org/officeDocument/2006/relationships/image" Target="../media/image79.png"/><Relationship Id="rId4" Type="http://schemas.openxmlformats.org/officeDocument/2006/relationships/customXml" Target="../ink/ink2.xml"/><Relationship Id="rId180" Type="http://schemas.openxmlformats.org/officeDocument/2006/relationships/customXml" Target="../ink/ink97.xml"/><Relationship Id="rId215" Type="http://schemas.openxmlformats.org/officeDocument/2006/relationships/image" Target="../media/image102.png"/><Relationship Id="rId236" Type="http://schemas.openxmlformats.org/officeDocument/2006/relationships/customXml" Target="../ink/ink125.xml"/><Relationship Id="rId257" Type="http://schemas.openxmlformats.org/officeDocument/2006/relationships/image" Target="../media/image123.png"/><Relationship Id="rId278" Type="http://schemas.openxmlformats.org/officeDocument/2006/relationships/customXml" Target="../ink/ink147.xml"/><Relationship Id="rId303" Type="http://schemas.openxmlformats.org/officeDocument/2006/relationships/image" Target="../media/image142.png"/><Relationship Id="rId42" Type="http://schemas.openxmlformats.org/officeDocument/2006/relationships/customXml" Target="../ink/ink22.xml"/><Relationship Id="rId84" Type="http://schemas.openxmlformats.org/officeDocument/2006/relationships/image" Target="../media/image41.png"/><Relationship Id="rId138" Type="http://schemas.openxmlformats.org/officeDocument/2006/relationships/customXml" Target="../ink/ink74.xml"/><Relationship Id="rId191" Type="http://schemas.openxmlformats.org/officeDocument/2006/relationships/image" Target="../media/image90.png"/><Relationship Id="rId205" Type="http://schemas.openxmlformats.org/officeDocument/2006/relationships/image" Target="../media/image97.png"/><Relationship Id="rId247" Type="http://schemas.openxmlformats.org/officeDocument/2006/relationships/image" Target="../media/image118.png"/><Relationship Id="rId107" Type="http://schemas.openxmlformats.org/officeDocument/2006/relationships/customXml" Target="../ink/ink56.xml"/><Relationship Id="rId289" Type="http://schemas.openxmlformats.org/officeDocument/2006/relationships/image" Target="../media/image135.png"/><Relationship Id="rId11" Type="http://schemas.openxmlformats.org/officeDocument/2006/relationships/image" Target="../media/image7.png"/><Relationship Id="rId53" Type="http://schemas.openxmlformats.org/officeDocument/2006/relationships/customXml" Target="../ink/ink29.xml"/><Relationship Id="rId149" Type="http://schemas.openxmlformats.org/officeDocument/2006/relationships/image" Target="../media/image69.png"/><Relationship Id="rId314" Type="http://schemas.openxmlformats.org/officeDocument/2006/relationships/customXml" Target="../ink/ink168.xml"/><Relationship Id="rId95" Type="http://schemas.openxmlformats.org/officeDocument/2006/relationships/customXml" Target="../ink/ink50.xml"/><Relationship Id="rId160" Type="http://schemas.openxmlformats.org/officeDocument/2006/relationships/customXml" Target="../ink/ink87.xml"/><Relationship Id="rId216" Type="http://schemas.openxmlformats.org/officeDocument/2006/relationships/customXml" Target="../ink/ink115.xml"/><Relationship Id="rId258" Type="http://schemas.openxmlformats.org/officeDocument/2006/relationships/customXml" Target="../ink/ink136.xml"/><Relationship Id="rId22" Type="http://schemas.openxmlformats.org/officeDocument/2006/relationships/customXml" Target="../ink/ink11.xml"/><Relationship Id="rId64" Type="http://schemas.openxmlformats.org/officeDocument/2006/relationships/image" Target="../media/image31.png"/><Relationship Id="rId118" Type="http://schemas.openxmlformats.org/officeDocument/2006/relationships/image" Target="../media/image58.png"/><Relationship Id="rId325" Type="http://schemas.openxmlformats.org/officeDocument/2006/relationships/image" Target="../media/image153.png"/><Relationship Id="rId171" Type="http://schemas.openxmlformats.org/officeDocument/2006/relationships/image" Target="../media/image80.png"/><Relationship Id="rId227" Type="http://schemas.openxmlformats.org/officeDocument/2006/relationships/image" Target="../media/image108.png"/><Relationship Id="rId269" Type="http://schemas.openxmlformats.org/officeDocument/2006/relationships/image" Target="../media/image129.png"/><Relationship Id="rId33" Type="http://schemas.openxmlformats.org/officeDocument/2006/relationships/image" Target="../media/image18.png"/><Relationship Id="rId129" Type="http://schemas.openxmlformats.org/officeDocument/2006/relationships/customXml" Target="../ink/ink67.xml"/><Relationship Id="rId280" Type="http://schemas.openxmlformats.org/officeDocument/2006/relationships/customXml" Target="../ink/ink149.xml"/><Relationship Id="rId75" Type="http://schemas.openxmlformats.org/officeDocument/2006/relationships/customXml" Target="../ink/ink40.xml"/><Relationship Id="rId140" Type="http://schemas.openxmlformats.org/officeDocument/2006/relationships/customXml" Target="../ink/ink76.xml"/><Relationship Id="rId182" Type="http://schemas.openxmlformats.org/officeDocument/2006/relationships/customXml" Target="../ink/ink98.xml"/><Relationship Id="rId6" Type="http://schemas.openxmlformats.org/officeDocument/2006/relationships/customXml" Target="../ink/ink3.xml"/><Relationship Id="rId238" Type="http://schemas.openxmlformats.org/officeDocument/2006/relationships/customXml" Target="../ink/ink126.xml"/><Relationship Id="rId291" Type="http://schemas.openxmlformats.org/officeDocument/2006/relationships/image" Target="../media/image136.png"/><Relationship Id="rId305" Type="http://schemas.openxmlformats.org/officeDocument/2006/relationships/image" Target="../media/image143.png"/><Relationship Id="rId44" Type="http://schemas.openxmlformats.org/officeDocument/2006/relationships/customXml" Target="../ink/ink23.xml"/><Relationship Id="rId86" Type="http://schemas.openxmlformats.org/officeDocument/2006/relationships/image" Target="../media/image42.png"/><Relationship Id="rId151" Type="http://schemas.openxmlformats.org/officeDocument/2006/relationships/image" Target="../media/image70.png"/><Relationship Id="rId193" Type="http://schemas.openxmlformats.org/officeDocument/2006/relationships/image" Target="../media/image91.png"/><Relationship Id="rId207" Type="http://schemas.openxmlformats.org/officeDocument/2006/relationships/image" Target="../media/image98.png"/><Relationship Id="rId249" Type="http://schemas.openxmlformats.org/officeDocument/2006/relationships/image" Target="../media/image119.png"/><Relationship Id="rId13" Type="http://schemas.openxmlformats.org/officeDocument/2006/relationships/image" Target="../media/image8.png"/><Relationship Id="rId109" Type="http://schemas.openxmlformats.org/officeDocument/2006/relationships/customXml" Target="../ink/ink57.xml"/><Relationship Id="rId260" Type="http://schemas.openxmlformats.org/officeDocument/2006/relationships/customXml" Target="../ink/ink137.xml"/><Relationship Id="rId316" Type="http://schemas.openxmlformats.org/officeDocument/2006/relationships/customXml" Target="../ink/ink169.xml"/><Relationship Id="rId55" Type="http://schemas.openxmlformats.org/officeDocument/2006/relationships/customXml" Target="../ink/ink30.xml"/><Relationship Id="rId97" Type="http://schemas.openxmlformats.org/officeDocument/2006/relationships/customXml" Target="../ink/ink51.xml"/><Relationship Id="rId120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722F226-1869-8E41-815F-BB265B7B6D53}"/>
              </a:ext>
            </a:extLst>
          </p:cNvPr>
          <p:cNvGrpSpPr/>
          <p:nvPr/>
        </p:nvGrpSpPr>
        <p:grpSpPr>
          <a:xfrm>
            <a:off x="-174735" y="302254"/>
            <a:ext cx="3930285" cy="3051438"/>
            <a:chOff x="1105853" y="3112532"/>
            <a:chExt cx="3930285" cy="305143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50D1902-47FF-2242-B336-0D2052D3BE04}"/>
                </a:ext>
              </a:extLst>
            </p:cNvPr>
            <p:cNvGrpSpPr/>
            <p:nvPr/>
          </p:nvGrpSpPr>
          <p:grpSpPr>
            <a:xfrm>
              <a:off x="1105853" y="3112532"/>
              <a:ext cx="3930285" cy="3051438"/>
              <a:chOff x="1437530" y="3233922"/>
              <a:chExt cx="3930285" cy="3051438"/>
            </a:xfrm>
          </p:grpSpPr>
          <p:sp>
            <p:nvSpPr>
              <p:cNvPr id="9" name="Hexagon 8">
                <a:extLst>
                  <a:ext uri="{FF2B5EF4-FFF2-40B4-BE49-F238E27FC236}">
                    <a16:creationId xmlns:a16="http://schemas.microsoft.com/office/drawing/2014/main" id="{31B49C59-83FA-844A-B1DE-60C8F25E914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2099615" y="3605880"/>
                <a:ext cx="2611301" cy="2273022"/>
              </a:xfrm>
              <a:prstGeom prst="hexagon">
                <a:avLst>
                  <a:gd name="adj" fmla="val 28372"/>
                  <a:gd name="vf" fmla="val 11547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698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E895F9-9D5A-1B4D-A720-19BE2B31C910}"/>
                  </a:ext>
                </a:extLst>
              </p:cNvPr>
              <p:cNvSpPr txBox="1"/>
              <p:nvPr/>
            </p:nvSpPr>
            <p:spPr>
              <a:xfrm rot="19733941">
                <a:off x="2136302" y="352824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FD5C7F-AC07-AC4E-8B7F-CFBADFDD503C}"/>
                  </a:ext>
                </a:extLst>
              </p:cNvPr>
              <p:cNvSpPr txBox="1"/>
              <p:nvPr/>
            </p:nvSpPr>
            <p:spPr>
              <a:xfrm rot="1826693">
                <a:off x="3156602" y="397098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5E255F4-C803-AC47-B6FE-468BA3BD9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18080" y="4084733"/>
                <a:ext cx="1344659" cy="1344659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5CA8DE-3840-BA48-A3BE-A18C846ABAB0}"/>
                  </a:ext>
                </a:extLst>
              </p:cNvPr>
              <p:cNvSpPr txBox="1"/>
              <p:nvPr/>
            </p:nvSpPr>
            <p:spPr>
              <a:xfrm rot="5400000">
                <a:off x="3329321" y="5048949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B1EBAC-B4A7-3D4F-998E-C7AB7F5FC136}"/>
                  </a:ext>
                </a:extLst>
              </p:cNvPr>
              <p:cNvSpPr txBox="1"/>
              <p:nvPr/>
            </p:nvSpPr>
            <p:spPr>
              <a:xfrm rot="8885002">
                <a:off x="2440645" y="5741687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786012-11EC-C341-BE9C-7916974631F6}"/>
                  </a:ext>
                </a:extLst>
              </p:cNvPr>
              <p:cNvSpPr txBox="1"/>
              <p:nvPr/>
            </p:nvSpPr>
            <p:spPr>
              <a:xfrm rot="12668743">
                <a:off x="1437530" y="5287716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F6217C-375B-8941-88DC-8CA681893C89}"/>
                  </a:ext>
                </a:extLst>
              </p:cNvPr>
              <p:cNvSpPr txBox="1"/>
              <p:nvPr/>
            </p:nvSpPr>
            <p:spPr>
              <a:xfrm rot="16200000">
                <a:off x="1272938" y="4208724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8A26EA-7943-3C4F-8756-B90456BD70B0}"/>
                </a:ext>
              </a:extLst>
            </p:cNvPr>
            <p:cNvSpPr/>
            <p:nvPr/>
          </p:nvSpPr>
          <p:spPr>
            <a:xfrm>
              <a:off x="2378378" y="3907783"/>
              <a:ext cx="1356773" cy="18795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32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EE62A03-0923-D148-96E5-750FD63540D7}"/>
              </a:ext>
            </a:extLst>
          </p:cNvPr>
          <p:cNvGrpSpPr/>
          <p:nvPr/>
        </p:nvGrpSpPr>
        <p:grpSpPr>
          <a:xfrm>
            <a:off x="521671" y="3636371"/>
            <a:ext cx="2721600" cy="2369033"/>
            <a:chOff x="4449163" y="1581680"/>
            <a:chExt cx="2721600" cy="2369033"/>
          </a:xfrm>
        </p:grpSpPr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249726FC-7986-8A4B-866D-A442DA5692A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4449163" y="1581680"/>
              <a:ext cx="2721600" cy="2369033"/>
            </a:xfrm>
            <a:prstGeom prst="hexagon">
              <a:avLst>
                <a:gd name="adj" fmla="val 28372"/>
                <a:gd name="vf" fmla="val 11547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98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611CDD7-ACB9-654D-9504-8BB131BBE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9692" y="2133323"/>
              <a:ext cx="1344659" cy="1344659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0AC14C0-08F9-884D-8462-A12F37203523}"/>
                </a:ext>
              </a:extLst>
            </p:cNvPr>
            <p:cNvSpPr/>
            <p:nvPr/>
          </p:nvSpPr>
          <p:spPr>
            <a:xfrm rot="179386">
              <a:off x="4953805" y="1944363"/>
              <a:ext cx="1708855" cy="1980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66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sp>
        <p:nvSpPr>
          <p:cNvPr id="36" name="Hexagon 35">
            <a:extLst>
              <a:ext uri="{FF2B5EF4-FFF2-40B4-BE49-F238E27FC236}">
                <a16:creationId xmlns:a16="http://schemas.microsoft.com/office/drawing/2014/main" id="{90E46B38-1301-774F-8904-FFF8966BD8C2}"/>
              </a:ext>
            </a:extLst>
          </p:cNvPr>
          <p:cNvSpPr>
            <a:spLocks noChangeAspect="1"/>
          </p:cNvSpPr>
          <p:nvPr/>
        </p:nvSpPr>
        <p:spPr>
          <a:xfrm rot="1800000">
            <a:off x="4730817" y="1018831"/>
            <a:ext cx="2721600" cy="2369033"/>
          </a:xfrm>
          <a:prstGeom prst="hexagon">
            <a:avLst>
              <a:gd name="adj" fmla="val 28372"/>
              <a:gd name="vf" fmla="val 115470"/>
            </a:avLst>
          </a:prstGeom>
          <a:solidFill>
            <a:schemeClr val="accent1"/>
          </a:solidFill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226189-5293-0C4D-AC40-8A0088908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363" y="856977"/>
            <a:ext cx="2438400" cy="2806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3D18A4-2723-5440-B693-04856A527B7F}"/>
              </a:ext>
            </a:extLst>
          </p:cNvPr>
          <p:cNvSpPr txBox="1"/>
          <p:nvPr/>
        </p:nvSpPr>
        <p:spPr>
          <a:xfrm>
            <a:off x="7747960" y="3900088"/>
            <a:ext cx="26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hexb.in</a:t>
            </a:r>
            <a:r>
              <a:rPr lang="en-US" dirty="0"/>
              <a:t>/</a:t>
            </a:r>
            <a:r>
              <a:rPr lang="en-US" dirty="0" err="1"/>
              <a:t>sticker.html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13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D63D66CC-FFF3-76AE-884B-B2514AD3526E}"/>
              </a:ext>
            </a:extLst>
          </p:cNvPr>
          <p:cNvSpPr>
            <a:spLocks noChangeAspect="1"/>
          </p:cNvSpPr>
          <p:nvPr/>
        </p:nvSpPr>
        <p:spPr>
          <a:xfrm rot="1800000">
            <a:off x="3272270" y="1860804"/>
            <a:ext cx="2721600" cy="2369033"/>
          </a:xfrm>
          <a:prstGeom prst="hexagon">
            <a:avLst>
              <a:gd name="adj" fmla="val 28372"/>
              <a:gd name="vf" fmla="val 115470"/>
            </a:avLst>
          </a:prstGeom>
          <a:solidFill>
            <a:schemeClr val="accent1"/>
          </a:solidFill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FBBA899-A328-151C-8504-357407F94190}"/>
                  </a:ext>
                </a:extLst>
              </p14:cNvPr>
              <p14:cNvContentPartPr/>
              <p14:nvPr/>
            </p14:nvContentPartPr>
            <p14:xfrm>
              <a:off x="1593064" y="2090745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FBBA899-A328-151C-8504-357407F941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6944" y="208462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789E466-2D9C-93F9-29B5-3F40F5F10C97}"/>
                  </a:ext>
                </a:extLst>
              </p14:cNvPr>
              <p14:cNvContentPartPr/>
              <p14:nvPr/>
            </p14:nvContentPartPr>
            <p14:xfrm>
              <a:off x="3476224" y="3103065"/>
              <a:ext cx="2318040" cy="302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789E466-2D9C-93F9-29B5-3F40F5F10C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70104" y="3096945"/>
                <a:ext cx="233028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7078341-FA84-580E-F585-00DDD8222ED7}"/>
                  </a:ext>
                </a:extLst>
              </p14:cNvPr>
              <p14:cNvContentPartPr/>
              <p14:nvPr/>
            </p14:nvContentPartPr>
            <p14:xfrm>
              <a:off x="3437704" y="2543265"/>
              <a:ext cx="2347560" cy="532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7078341-FA84-580E-F585-00DDD8222ED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33384" y="2538945"/>
                <a:ext cx="2356200" cy="54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1C6FE34-E2FC-BD65-717E-B8A19ED7828D}"/>
                  </a:ext>
                </a:extLst>
              </p14:cNvPr>
              <p14:cNvContentPartPr/>
              <p14:nvPr/>
            </p14:nvContentPartPr>
            <p14:xfrm>
              <a:off x="3494495" y="2955655"/>
              <a:ext cx="245520" cy="303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1C6FE34-E2FC-BD65-717E-B8A19ED7828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76855" y="2937655"/>
                <a:ext cx="28116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0CED201-B442-F36D-D9C1-DE48411A4221}"/>
                  </a:ext>
                </a:extLst>
              </p14:cNvPr>
              <p14:cNvContentPartPr/>
              <p14:nvPr/>
            </p14:nvContentPartPr>
            <p14:xfrm>
              <a:off x="3504935" y="3192535"/>
              <a:ext cx="234000" cy="110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0CED201-B442-F36D-D9C1-DE48411A42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87295" y="3174535"/>
                <a:ext cx="2696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0BC0DC6-8DE5-970A-D6F4-C43EF518A53B}"/>
                  </a:ext>
                </a:extLst>
              </p14:cNvPr>
              <p14:cNvContentPartPr/>
              <p14:nvPr/>
            </p14:nvContentPartPr>
            <p14:xfrm>
              <a:off x="3682775" y="3065455"/>
              <a:ext cx="637560" cy="179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0BC0DC6-8DE5-970A-D6F4-C43EF518A53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65135" y="3047455"/>
                <a:ext cx="6732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1C8E260-17CE-E480-C180-C17481A2929D}"/>
                  </a:ext>
                </a:extLst>
              </p14:cNvPr>
              <p14:cNvContentPartPr/>
              <p14:nvPr/>
            </p14:nvContentPartPr>
            <p14:xfrm>
              <a:off x="3601976" y="3056205"/>
              <a:ext cx="651960" cy="155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1C8E260-17CE-E480-C180-C17481A292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83976" y="3038565"/>
                <a:ext cx="6876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63FC92B-3358-E5AB-98B0-50AC5F28C26A}"/>
                  </a:ext>
                </a:extLst>
              </p14:cNvPr>
              <p14:cNvContentPartPr/>
              <p14:nvPr/>
            </p14:nvContentPartPr>
            <p14:xfrm>
              <a:off x="3568136" y="2915805"/>
              <a:ext cx="473400" cy="291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63FC92B-3358-E5AB-98B0-50AC5F28C2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05136" y="2853165"/>
                <a:ext cx="59904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7C32C84-E81B-8253-E3B4-6F45F3C33E6F}"/>
                  </a:ext>
                </a:extLst>
              </p14:cNvPr>
              <p14:cNvContentPartPr/>
              <p14:nvPr/>
            </p14:nvContentPartPr>
            <p14:xfrm>
              <a:off x="4078976" y="2878725"/>
              <a:ext cx="252720" cy="26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7C32C84-E81B-8253-E3B4-6F45F3C33E6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15976" y="2815725"/>
                <a:ext cx="3783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4621D05-0D10-53EC-0962-57651F8F1E43}"/>
                  </a:ext>
                </a:extLst>
              </p14:cNvPr>
              <p14:cNvContentPartPr/>
              <p14:nvPr/>
            </p14:nvContentPartPr>
            <p14:xfrm>
              <a:off x="4378856" y="2730765"/>
              <a:ext cx="495000" cy="1414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4621D05-0D10-53EC-0962-57651F8F1E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16216" y="2667765"/>
                <a:ext cx="62064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6FDF648-98E4-DAB1-F03E-3FA78A3544C6}"/>
                  </a:ext>
                </a:extLst>
              </p14:cNvPr>
              <p14:cNvContentPartPr/>
              <p14:nvPr/>
            </p14:nvContentPartPr>
            <p14:xfrm>
              <a:off x="4216856" y="3009585"/>
              <a:ext cx="134280" cy="21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6FDF648-98E4-DAB1-F03E-3FA78A3544C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54216" y="2946585"/>
                <a:ext cx="2599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6E03ACA-BDA8-F486-C6F6-9F2903ECBD42}"/>
                  </a:ext>
                </a:extLst>
              </p14:cNvPr>
              <p14:cNvContentPartPr/>
              <p14:nvPr/>
            </p14:nvContentPartPr>
            <p14:xfrm>
              <a:off x="4347896" y="2795385"/>
              <a:ext cx="1327680" cy="2923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6E03ACA-BDA8-F486-C6F6-9F2903ECBD4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85256" y="2732385"/>
                <a:ext cx="145332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EFAA7F0-08BF-C4A5-B42D-504C36C2D6AA}"/>
                  </a:ext>
                </a:extLst>
              </p14:cNvPr>
              <p14:cNvContentPartPr/>
              <p14:nvPr/>
            </p14:nvContentPartPr>
            <p14:xfrm>
              <a:off x="5702936" y="2721585"/>
              <a:ext cx="720" cy="5007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EFAA7F0-08BF-C4A5-B42D-504C36C2D6A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76936" y="2658585"/>
                <a:ext cx="252000" cy="62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0CC08A1-BDF1-B29B-DF01-DA4E91245BA9}"/>
                  </a:ext>
                </a:extLst>
              </p14:cNvPr>
              <p14:cNvContentPartPr/>
              <p14:nvPr/>
            </p14:nvContentPartPr>
            <p14:xfrm>
              <a:off x="5150336" y="3255105"/>
              <a:ext cx="502920" cy="604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0CC08A1-BDF1-B29B-DF01-DA4E91245BA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87336" y="3192105"/>
                <a:ext cx="6285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4CF3E95-4F16-389C-E0BC-A4235D010C99}"/>
                  </a:ext>
                </a:extLst>
              </p14:cNvPr>
              <p14:cNvContentPartPr/>
              <p14:nvPr/>
            </p14:nvContentPartPr>
            <p14:xfrm>
              <a:off x="4335656" y="3033345"/>
              <a:ext cx="829440" cy="2862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4CF3E95-4F16-389C-E0BC-A4235D010C9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273016" y="2970345"/>
                <a:ext cx="955080" cy="41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78E16D57-D9CC-465C-75E4-211C332E5684}"/>
              </a:ext>
            </a:extLst>
          </p:cNvPr>
          <p:cNvGrpSpPr/>
          <p:nvPr/>
        </p:nvGrpSpPr>
        <p:grpSpPr>
          <a:xfrm>
            <a:off x="3720056" y="2619345"/>
            <a:ext cx="1985400" cy="652680"/>
            <a:chOff x="3720056" y="2619345"/>
            <a:chExt cx="1985400" cy="6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154CD6-10E9-109D-5CFE-6C4A07D1BF45}"/>
                    </a:ext>
                  </a:extLst>
                </p14:cNvPr>
                <p14:cNvContentPartPr/>
                <p14:nvPr/>
              </p14:nvContentPartPr>
              <p14:xfrm>
                <a:off x="4450496" y="2850285"/>
                <a:ext cx="36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154CD6-10E9-109D-5CFE-6C4A07D1BF4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87496" y="278728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69B706-7F02-A829-D40A-467291D8DD71}"/>
                    </a:ext>
                  </a:extLst>
                </p14:cNvPr>
                <p14:cNvContentPartPr/>
                <p14:nvPr/>
              </p14:nvContentPartPr>
              <p14:xfrm>
                <a:off x="4495496" y="2843085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69B706-7F02-A829-D40A-467291D8DD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32856" y="278008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2F90A03-5FE1-4B58-B1B8-B1FB0A67A31D}"/>
                    </a:ext>
                  </a:extLst>
                </p14:cNvPr>
                <p14:cNvContentPartPr/>
                <p14:nvPr/>
              </p14:nvContentPartPr>
              <p14:xfrm>
                <a:off x="4524296" y="2838405"/>
                <a:ext cx="3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2F90A03-5FE1-4B58-B1B8-B1FB0A67A31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61296" y="277540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B1453C9-89A8-AD79-1454-3B4FCDAAABF7}"/>
                    </a:ext>
                  </a:extLst>
                </p14:cNvPr>
                <p14:cNvContentPartPr/>
                <p14:nvPr/>
              </p14:nvContentPartPr>
              <p14:xfrm>
                <a:off x="4761176" y="2814465"/>
                <a:ext cx="268200" cy="52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B1453C9-89A8-AD79-1454-3B4FCDAAABF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98536" y="2751465"/>
                  <a:ext cx="393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691D93-4683-9F5D-F858-66FCF6D06BA9}"/>
                    </a:ext>
                  </a:extLst>
                </p14:cNvPr>
                <p14:cNvContentPartPr/>
                <p14:nvPr/>
              </p14:nvContentPartPr>
              <p14:xfrm>
                <a:off x="4919576" y="2619345"/>
                <a:ext cx="785880" cy="90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691D93-4683-9F5D-F858-66FCF6D06BA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56576" y="2556345"/>
                  <a:ext cx="9115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202DAD3-1562-C2DF-F616-B25AA7B7C237}"/>
                    </a:ext>
                  </a:extLst>
                </p14:cNvPr>
                <p14:cNvContentPartPr/>
                <p14:nvPr/>
              </p14:nvContentPartPr>
              <p14:xfrm>
                <a:off x="5161136" y="2747865"/>
                <a:ext cx="470880" cy="61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202DAD3-1562-C2DF-F616-B25AA7B7C23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98136" y="2684865"/>
                  <a:ext cx="5965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211BD1-EF14-DF50-9907-D92D57B6BA65}"/>
                    </a:ext>
                  </a:extLst>
                </p14:cNvPr>
                <p14:cNvContentPartPr/>
                <p14:nvPr/>
              </p14:nvContentPartPr>
              <p14:xfrm>
                <a:off x="3720056" y="2759745"/>
                <a:ext cx="1540440" cy="325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211BD1-EF14-DF50-9907-D92D57B6BA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57056" y="2696745"/>
                  <a:ext cx="16660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CAB770E-0099-6D36-C73D-2C769333ED5C}"/>
                    </a:ext>
                  </a:extLst>
                </p14:cNvPr>
                <p14:cNvContentPartPr/>
                <p14:nvPr/>
              </p14:nvContentPartPr>
              <p14:xfrm>
                <a:off x="4757576" y="3219105"/>
                <a:ext cx="720" cy="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CAB770E-0099-6D36-C73D-2C769333ED5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94576" y="3156465"/>
                  <a:ext cx="1263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EAF3647-0EB3-61F0-5E04-42757B59840A}"/>
                    </a:ext>
                  </a:extLst>
                </p14:cNvPr>
                <p14:cNvContentPartPr/>
                <p14:nvPr/>
              </p14:nvContentPartPr>
              <p14:xfrm>
                <a:off x="4724096" y="3202545"/>
                <a:ext cx="36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EAF3647-0EB3-61F0-5E04-42757B59840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61456" y="313990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0188CCB-F43D-77D6-3B61-1C9B54206C74}"/>
                    </a:ext>
                  </a:extLst>
                </p14:cNvPr>
                <p14:cNvContentPartPr/>
                <p14:nvPr/>
              </p14:nvContentPartPr>
              <p14:xfrm>
                <a:off x="4783856" y="3214425"/>
                <a:ext cx="1440" cy="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0188CCB-F43D-77D6-3B61-1C9B54206C7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20856" y="3151785"/>
                  <a:ext cx="1270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5150DDC-F595-FF53-8534-09F297CF9FA8}"/>
                    </a:ext>
                  </a:extLst>
                </p14:cNvPr>
                <p14:cNvContentPartPr/>
                <p14:nvPr/>
              </p14:nvContentPartPr>
              <p14:xfrm>
                <a:off x="4805096" y="3224145"/>
                <a:ext cx="360" cy="5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5150DDC-F595-FF53-8534-09F297CF9FA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42456" y="3161145"/>
                  <a:ext cx="1260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06BD0AB-B898-49BE-0EE2-29224F5FDE55}"/>
                    </a:ext>
                  </a:extLst>
                </p14:cNvPr>
                <p14:cNvContentPartPr/>
                <p14:nvPr/>
              </p14:nvContentPartPr>
              <p14:xfrm>
                <a:off x="4805096" y="3233505"/>
                <a:ext cx="36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06BD0AB-B898-49BE-0EE2-29224F5FDE5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42456" y="317086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92D7371-EA14-8910-EDD9-4A11CDC91E35}"/>
                    </a:ext>
                  </a:extLst>
                </p14:cNvPr>
                <p14:cNvContentPartPr/>
                <p14:nvPr/>
              </p14:nvContentPartPr>
              <p14:xfrm>
                <a:off x="4983656" y="3271665"/>
                <a:ext cx="360" cy="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92D7371-EA14-8910-EDD9-4A11CDC91E3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21016" y="320866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7D3BA3B-6C0A-4C2D-883B-D163BBC5321B}"/>
                    </a:ext>
                  </a:extLst>
                </p14:cNvPr>
                <p14:cNvContentPartPr/>
                <p14:nvPr/>
              </p14:nvContentPartPr>
              <p14:xfrm>
                <a:off x="4821656" y="2931465"/>
                <a:ext cx="828720" cy="291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7D3BA3B-6C0A-4C2D-883B-D163BBC5321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759016" y="2868825"/>
                  <a:ext cx="954360" cy="41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3C5BB48-F657-2327-9B6C-4EC2CFB4232E}"/>
                  </a:ext>
                </a:extLst>
              </p14:cNvPr>
              <p14:cNvContentPartPr/>
              <p14:nvPr/>
            </p14:nvContentPartPr>
            <p14:xfrm>
              <a:off x="3628616" y="3235305"/>
              <a:ext cx="269640" cy="1483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3C5BB48-F657-2327-9B6C-4EC2CFB4232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565616" y="3172305"/>
                <a:ext cx="3952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75302B3-4B1F-C8B2-4C67-2F6B84354648}"/>
                  </a:ext>
                </a:extLst>
              </p14:cNvPr>
              <p14:cNvContentPartPr/>
              <p14:nvPr/>
            </p14:nvContentPartPr>
            <p14:xfrm>
              <a:off x="3564536" y="3236025"/>
              <a:ext cx="319320" cy="1670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75302B3-4B1F-C8B2-4C67-2F6B8435464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501536" y="3173025"/>
                <a:ext cx="44496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C1F98CAA-9BED-A356-60A8-268160643982}"/>
                  </a:ext>
                </a:extLst>
              </p14:cNvPr>
              <p14:cNvContentPartPr/>
              <p14:nvPr/>
            </p14:nvContentPartPr>
            <p14:xfrm>
              <a:off x="3523856" y="3404865"/>
              <a:ext cx="720" cy="2793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1F98CAA-9BED-A356-60A8-26816064398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397856" y="3341865"/>
                <a:ext cx="25200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3D3E42C-FC66-028E-1B8E-E734218795D7}"/>
                  </a:ext>
                </a:extLst>
              </p14:cNvPr>
              <p14:cNvContentPartPr/>
              <p14:nvPr/>
            </p14:nvContentPartPr>
            <p14:xfrm>
              <a:off x="3569216" y="3303345"/>
              <a:ext cx="627120" cy="6091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3D3E42C-FC66-028E-1B8E-E734218795D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506576" y="3240705"/>
                <a:ext cx="752760" cy="73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70E08D4-95B0-D282-6EBD-45661286803D}"/>
                  </a:ext>
                </a:extLst>
              </p14:cNvPr>
              <p14:cNvContentPartPr/>
              <p14:nvPr/>
            </p14:nvContentPartPr>
            <p14:xfrm>
              <a:off x="3731216" y="3195345"/>
              <a:ext cx="248040" cy="1094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70E08D4-95B0-D282-6EBD-45661286803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668216" y="3132705"/>
                <a:ext cx="3736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0383648-DB47-92C3-AB34-E57B37933203}"/>
                  </a:ext>
                </a:extLst>
              </p14:cNvPr>
              <p14:cNvContentPartPr/>
              <p14:nvPr/>
            </p14:nvContentPartPr>
            <p14:xfrm>
              <a:off x="4004456" y="3187065"/>
              <a:ext cx="444240" cy="964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0383648-DB47-92C3-AB34-E57B3793320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941456" y="3124065"/>
                <a:ext cx="5698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DA2D284-5C1C-0339-D09F-26D8D08CD613}"/>
                  </a:ext>
                </a:extLst>
              </p14:cNvPr>
              <p14:cNvContentPartPr/>
              <p14:nvPr/>
            </p14:nvContentPartPr>
            <p14:xfrm>
              <a:off x="4467056" y="3273825"/>
              <a:ext cx="1271880" cy="2124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DA2D284-5C1C-0339-D09F-26D8D08CD613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404056" y="3211185"/>
                <a:ext cx="139752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C9D65EE-F2FD-A7D0-057E-35D8CC49D65B}"/>
                  </a:ext>
                </a:extLst>
              </p14:cNvPr>
              <p14:cNvContentPartPr/>
              <p14:nvPr/>
            </p14:nvContentPartPr>
            <p14:xfrm>
              <a:off x="5695736" y="3452745"/>
              <a:ext cx="50400" cy="2505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C9D65EE-F2FD-A7D0-057E-35D8CC49D65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632736" y="3389745"/>
                <a:ext cx="17604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A1A2CD0-141D-4421-E257-BF6E691A908A}"/>
                  </a:ext>
                </a:extLst>
              </p14:cNvPr>
              <p14:cNvContentPartPr/>
              <p14:nvPr/>
            </p14:nvContentPartPr>
            <p14:xfrm>
              <a:off x="4435665" y="3758955"/>
              <a:ext cx="963862" cy="1194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A1A2CD0-141D-4421-E257-BF6E691A908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372656" y="3695987"/>
                <a:ext cx="1089521" cy="245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A5ADA39-F4B5-BC86-0AFD-700219A739C7}"/>
                  </a:ext>
                </a:extLst>
              </p14:cNvPr>
              <p14:cNvContentPartPr/>
              <p14:nvPr/>
            </p14:nvContentPartPr>
            <p14:xfrm>
              <a:off x="3724016" y="3324225"/>
              <a:ext cx="1922400" cy="4597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A5ADA39-F4B5-BC86-0AFD-700219A739C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661016" y="3261585"/>
                <a:ext cx="2048040" cy="58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0F807B53-19C0-293F-4BDF-CC5FA81EE770}"/>
              </a:ext>
            </a:extLst>
          </p:cNvPr>
          <p:cNvGrpSpPr/>
          <p:nvPr/>
        </p:nvGrpSpPr>
        <p:grpSpPr>
          <a:xfrm>
            <a:off x="3993296" y="3830025"/>
            <a:ext cx="1479600" cy="465570"/>
            <a:chOff x="3993296" y="3830025"/>
            <a:chExt cx="1479600" cy="46557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1B73227-4071-B5B2-8273-068FD710DF6D}"/>
                    </a:ext>
                  </a:extLst>
                </p14:cNvPr>
                <p14:cNvContentPartPr/>
                <p14:nvPr/>
              </p14:nvContentPartPr>
              <p14:xfrm>
                <a:off x="4445456" y="3830025"/>
                <a:ext cx="364680" cy="13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1B73227-4071-B5B2-8273-068FD710DF6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382816" y="3767025"/>
                  <a:ext cx="490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47582A3-395A-2938-37CD-351CF630C88C}"/>
                    </a:ext>
                  </a:extLst>
                </p14:cNvPr>
                <p14:cNvContentPartPr/>
                <p14:nvPr/>
              </p14:nvContentPartPr>
              <p14:xfrm>
                <a:off x="4201736" y="3832545"/>
                <a:ext cx="1271160" cy="97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47582A3-395A-2938-37CD-351CF630C88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138736" y="3769545"/>
                  <a:ext cx="1396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1F7301C-6A58-FFF4-A9BA-2E50E9126791}"/>
                    </a:ext>
                  </a:extLst>
                </p14:cNvPr>
                <p14:cNvContentPartPr/>
                <p14:nvPr/>
              </p14:nvContentPartPr>
              <p14:xfrm>
                <a:off x="3993296" y="3879435"/>
                <a:ext cx="1284840" cy="416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1F7301C-6A58-FFF4-A9BA-2E50E912679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30296" y="3816435"/>
                  <a:ext cx="1410480" cy="54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36A35843-DCEA-7F34-5ED4-D3D0586806AE}"/>
                  </a:ext>
                </a:extLst>
              </p14:cNvPr>
              <p14:cNvContentPartPr/>
              <p14:nvPr/>
            </p14:nvContentPartPr>
            <p14:xfrm>
              <a:off x="5155736" y="3267435"/>
              <a:ext cx="641880" cy="1364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36A35843-DCEA-7F34-5ED4-D3D0586806AE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147096" y="3258435"/>
                <a:ext cx="6595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05A6CEB-0CFF-2ABF-80F2-ABC6DE83869D}"/>
                  </a:ext>
                </a:extLst>
              </p14:cNvPr>
              <p14:cNvContentPartPr/>
              <p14:nvPr/>
            </p14:nvContentPartPr>
            <p14:xfrm>
              <a:off x="3486056" y="3271395"/>
              <a:ext cx="7200" cy="374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05A6CEB-0CFF-2ABF-80F2-ABC6DE83869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477056" y="3262395"/>
                <a:ext cx="248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0CE3082-1BA0-216F-5EB1-2C1A40572F65}"/>
                  </a:ext>
                </a:extLst>
              </p14:cNvPr>
              <p14:cNvContentPartPr/>
              <p14:nvPr/>
            </p14:nvContentPartPr>
            <p14:xfrm>
              <a:off x="3486056" y="3312075"/>
              <a:ext cx="360" cy="3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0CE3082-1BA0-216F-5EB1-2C1A40572F6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477056" y="33034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1BA40AF-0DE4-34E8-C5D0-54319F991305}"/>
                  </a:ext>
                </a:extLst>
              </p14:cNvPr>
              <p14:cNvContentPartPr/>
              <p14:nvPr/>
            </p14:nvContentPartPr>
            <p14:xfrm>
              <a:off x="3595466" y="2350560"/>
              <a:ext cx="462600" cy="5025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1BA40AF-0DE4-34E8-C5D0-54319F99130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586466" y="2341560"/>
                <a:ext cx="480240" cy="52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776E2F3-1761-12BC-28E8-4BDFB87E68CC}"/>
                  </a:ext>
                </a:extLst>
              </p14:cNvPr>
              <p14:cNvContentPartPr/>
              <p14:nvPr/>
            </p14:nvContentPartPr>
            <p14:xfrm>
              <a:off x="3847826" y="2478720"/>
              <a:ext cx="53640" cy="2170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776E2F3-1761-12BC-28E8-4BDFB87E68C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811826" y="2442720"/>
                <a:ext cx="12528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4662775-5493-79E4-7824-4B8819700E84}"/>
                  </a:ext>
                </a:extLst>
              </p14:cNvPr>
              <p14:cNvContentPartPr/>
              <p14:nvPr/>
            </p14:nvContentPartPr>
            <p14:xfrm>
              <a:off x="3792386" y="2683560"/>
              <a:ext cx="108720" cy="1389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4662775-5493-79E4-7824-4B8819700E8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756746" y="2647560"/>
                <a:ext cx="1803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7F7314DC-5701-9C4A-24E0-F35553B6E57C}"/>
                  </a:ext>
                </a:extLst>
              </p14:cNvPr>
              <p14:cNvContentPartPr/>
              <p14:nvPr/>
            </p14:nvContentPartPr>
            <p14:xfrm>
              <a:off x="3847826" y="2659440"/>
              <a:ext cx="164160" cy="1782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7F7314DC-5701-9C4A-24E0-F35553B6E57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838826" y="2650800"/>
                <a:ext cx="1818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EB636ED-00C2-35B9-A6B2-32AA4FD6419D}"/>
                  </a:ext>
                </a:extLst>
              </p14:cNvPr>
              <p14:cNvContentPartPr/>
              <p14:nvPr/>
            </p14:nvContentPartPr>
            <p14:xfrm>
              <a:off x="3803546" y="2850240"/>
              <a:ext cx="1800" cy="36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EB636ED-00C2-35B9-A6B2-32AA4FD6419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794906" y="2841240"/>
                <a:ext cx="194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5F379350-8337-EA2A-A0E1-44B9E3EC678C}"/>
                  </a:ext>
                </a:extLst>
              </p14:cNvPr>
              <p14:cNvContentPartPr/>
              <p14:nvPr/>
            </p14:nvContentPartPr>
            <p14:xfrm>
              <a:off x="3802466" y="2850240"/>
              <a:ext cx="21240" cy="104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5F379350-8337-EA2A-A0E1-44B9E3EC678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793826" y="2841240"/>
                <a:ext cx="388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1A3229F4-2A7E-0FFF-3717-E730B796E7AE}"/>
                  </a:ext>
                </a:extLst>
              </p14:cNvPr>
              <p14:cNvContentPartPr/>
              <p14:nvPr/>
            </p14:nvContentPartPr>
            <p14:xfrm>
              <a:off x="3697346" y="2570325"/>
              <a:ext cx="218160" cy="2743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1A3229F4-2A7E-0FFF-3717-E730B796E7AE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693026" y="2566005"/>
                <a:ext cx="22680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73B4FA6-2361-22FD-D74E-A9A09449ACCB}"/>
                  </a:ext>
                </a:extLst>
              </p14:cNvPr>
              <p14:cNvContentPartPr/>
              <p14:nvPr/>
            </p14:nvContentPartPr>
            <p14:xfrm>
              <a:off x="3821546" y="2836005"/>
              <a:ext cx="5400" cy="190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73B4FA6-2361-22FD-D74E-A9A09449ACC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817226" y="2831685"/>
                <a:ext cx="140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1ED4B2A-2526-D753-1B38-4885380B57E7}"/>
                  </a:ext>
                </a:extLst>
              </p14:cNvPr>
              <p14:cNvContentPartPr/>
              <p14:nvPr/>
            </p14:nvContentPartPr>
            <p14:xfrm>
              <a:off x="3821906" y="2833485"/>
              <a:ext cx="88200" cy="252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1ED4B2A-2526-D753-1B38-4885380B57E7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817586" y="2829165"/>
                <a:ext cx="968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8AC59EB-DFBE-A0ED-7FC1-771CD628E0C2}"/>
                  </a:ext>
                </a:extLst>
              </p14:cNvPr>
              <p14:cNvContentPartPr/>
              <p14:nvPr/>
            </p14:nvContentPartPr>
            <p14:xfrm>
              <a:off x="3826586" y="2843565"/>
              <a:ext cx="80280" cy="291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8AC59EB-DFBE-A0ED-7FC1-771CD628E0C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822266" y="2839245"/>
                <a:ext cx="889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7A6F9A1A-ADA6-8F66-7DEF-98988CE89AEA}"/>
                  </a:ext>
                </a:extLst>
              </p14:cNvPr>
              <p14:cNvContentPartPr/>
              <p14:nvPr/>
            </p14:nvContentPartPr>
            <p14:xfrm>
              <a:off x="3756746" y="2616405"/>
              <a:ext cx="134640" cy="2530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7A6F9A1A-ADA6-8F66-7DEF-98988CE89AEA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752426" y="2612085"/>
                <a:ext cx="1432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F1177A7-0F52-D77E-81DD-F4A33FBB730F}"/>
                  </a:ext>
                </a:extLst>
              </p14:cNvPr>
              <p14:cNvContentPartPr/>
              <p14:nvPr/>
            </p14:nvContentPartPr>
            <p14:xfrm>
              <a:off x="3843866" y="2838165"/>
              <a:ext cx="56520" cy="3708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F1177A7-0F52-D77E-81DD-F4A33FBB730F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3839546" y="2833845"/>
                <a:ext cx="651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93DCADB-5D09-2BBB-074E-32EF7118641C}"/>
                  </a:ext>
                </a:extLst>
              </p14:cNvPr>
              <p14:cNvContentPartPr/>
              <p14:nvPr/>
            </p14:nvContentPartPr>
            <p14:xfrm>
              <a:off x="3816146" y="2676885"/>
              <a:ext cx="56160" cy="1926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93DCADB-5D09-2BBB-074E-32EF7118641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811826" y="2672565"/>
                <a:ext cx="6480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9A0AE19-BCA6-2FDB-0AB7-84DDD9AB5BE3}"/>
              </a:ext>
            </a:extLst>
          </p:cNvPr>
          <p:cNvGrpSpPr/>
          <p:nvPr/>
        </p:nvGrpSpPr>
        <p:grpSpPr>
          <a:xfrm>
            <a:off x="3822626" y="2683725"/>
            <a:ext cx="83520" cy="194760"/>
            <a:chOff x="3822626" y="2683725"/>
            <a:chExt cx="8352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9D5C323-BBA2-6BEF-479F-E4E7D9E395E5}"/>
                    </a:ext>
                  </a:extLst>
                </p14:cNvPr>
                <p14:cNvContentPartPr/>
                <p14:nvPr/>
              </p14:nvContentPartPr>
              <p14:xfrm>
                <a:off x="3822626" y="2683725"/>
                <a:ext cx="83520" cy="194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9D5C323-BBA2-6BEF-479F-E4E7D9E395E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818306" y="2679405"/>
                  <a:ext cx="92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89192B4-3B64-8DC1-513C-7843F6040D54}"/>
                    </a:ext>
                  </a:extLst>
                </p14:cNvPr>
                <p14:cNvContentPartPr/>
                <p14:nvPr/>
              </p14:nvContentPartPr>
              <p14:xfrm>
                <a:off x="3831266" y="2687685"/>
                <a:ext cx="2880" cy="17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89192B4-3B64-8DC1-513C-7843F6040D5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826946" y="2683365"/>
                  <a:ext cx="1152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9614D0F-026A-95D3-F7C1-DC69A7E4D440}"/>
                  </a:ext>
                </a:extLst>
              </p14:cNvPr>
              <p14:cNvContentPartPr/>
              <p14:nvPr/>
            </p14:nvContentPartPr>
            <p14:xfrm>
              <a:off x="3857546" y="2832045"/>
              <a:ext cx="34200" cy="4788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9614D0F-026A-95D3-F7C1-DC69A7E4D440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853226" y="2827725"/>
                <a:ext cx="4284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BC3D30C-5F66-87B6-E0B6-F663CBF86BEB}"/>
              </a:ext>
            </a:extLst>
          </p:cNvPr>
          <p:cNvGrpSpPr/>
          <p:nvPr/>
        </p:nvGrpSpPr>
        <p:grpSpPr>
          <a:xfrm>
            <a:off x="3614546" y="2111020"/>
            <a:ext cx="494144" cy="601700"/>
            <a:chOff x="3614546" y="2111020"/>
            <a:chExt cx="494144" cy="6017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DA1F74B-1D8B-C6BD-8787-41509EA89E78}"/>
                    </a:ext>
                  </a:extLst>
                </p14:cNvPr>
                <p14:cNvContentPartPr/>
                <p14:nvPr/>
              </p14:nvContentPartPr>
              <p14:xfrm>
                <a:off x="3614546" y="2394840"/>
                <a:ext cx="234360" cy="280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DA1F74B-1D8B-C6BD-8787-41509EA89E7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605546" y="2386200"/>
                  <a:ext cx="2520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A34C9ED-19BE-783F-E862-BBF00D48602F}"/>
                    </a:ext>
                  </a:extLst>
                </p14:cNvPr>
                <p14:cNvContentPartPr/>
                <p14:nvPr/>
              </p14:nvContentPartPr>
              <p14:xfrm>
                <a:off x="3664586" y="2642880"/>
                <a:ext cx="109800" cy="60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A34C9ED-19BE-783F-E862-BBF00D48602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55586" y="2634240"/>
                  <a:ext cx="127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B5D9490-1060-0525-0480-2AE28D92BDD9}"/>
                    </a:ext>
                  </a:extLst>
                </p14:cNvPr>
                <p14:cNvContentPartPr/>
                <p14:nvPr/>
              </p14:nvContentPartPr>
              <p14:xfrm>
                <a:off x="3735866" y="2447760"/>
                <a:ext cx="95400" cy="264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B5D9490-1060-0525-0480-2AE28D92BDD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00226" y="2411760"/>
                  <a:ext cx="1670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A2103C4-04EC-DB05-B236-77943C0AEC3B}"/>
                    </a:ext>
                  </a:extLst>
                </p14:cNvPr>
                <p14:cNvContentPartPr/>
                <p14:nvPr/>
              </p14:nvContentPartPr>
              <p14:xfrm>
                <a:off x="3835946" y="2421480"/>
                <a:ext cx="360" cy="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A2103C4-04EC-DB05-B236-77943C0AEC3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800306" y="238584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4D043DB-1300-C5CD-32E9-FE17E02D8134}"/>
                    </a:ext>
                  </a:extLst>
                </p14:cNvPr>
                <p14:cNvContentPartPr/>
                <p14:nvPr/>
              </p14:nvContentPartPr>
              <p14:xfrm>
                <a:off x="3879506" y="2345160"/>
                <a:ext cx="3600" cy="76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4D043DB-1300-C5CD-32E9-FE17E02D813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875186" y="2340840"/>
                  <a:ext cx="12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12417D3-718A-57F0-6A9B-24C022F5F7F7}"/>
                    </a:ext>
                  </a:extLst>
                </p14:cNvPr>
                <p14:cNvContentPartPr/>
                <p14:nvPr/>
              </p14:nvContentPartPr>
              <p14:xfrm>
                <a:off x="3874106" y="2331840"/>
                <a:ext cx="15840" cy="21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12417D3-718A-57F0-6A9B-24C022F5F7F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869786" y="2327520"/>
                  <a:ext cx="24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78A9B9C-0600-601D-AFD4-DC89934EB970}"/>
                    </a:ext>
                  </a:extLst>
                </p14:cNvPr>
                <p14:cNvContentPartPr/>
                <p14:nvPr/>
              </p14:nvContentPartPr>
              <p14:xfrm>
                <a:off x="3847690" y="2311180"/>
                <a:ext cx="360" cy="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78A9B9C-0600-601D-AFD4-DC89934EB97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843370" y="230686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3C219F0-23D6-9EF5-0D95-1EAE2B2B3792}"/>
                    </a:ext>
                  </a:extLst>
                </p14:cNvPr>
                <p14:cNvContentPartPr/>
                <p14:nvPr/>
              </p14:nvContentPartPr>
              <p14:xfrm>
                <a:off x="3958930" y="2266900"/>
                <a:ext cx="360" cy="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3C219F0-23D6-9EF5-0D95-1EAE2B2B379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954610" y="226258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75BE43B-8CAA-1F78-6FEA-DF6B40ADD181}"/>
                    </a:ext>
                  </a:extLst>
                </p14:cNvPr>
                <p14:cNvContentPartPr/>
                <p14:nvPr/>
              </p14:nvContentPartPr>
              <p14:xfrm>
                <a:off x="3968650" y="2358700"/>
                <a:ext cx="360" cy="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75BE43B-8CAA-1F78-6FEA-DF6B40ADD18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964330" y="235438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41EFDA2-D392-4761-30C4-73715597B044}"/>
                    </a:ext>
                  </a:extLst>
                </p14:cNvPr>
                <p14:cNvContentPartPr/>
                <p14:nvPr/>
              </p14:nvContentPartPr>
              <p14:xfrm>
                <a:off x="4032010" y="2409460"/>
                <a:ext cx="360" cy="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41EFDA2-D392-4761-30C4-73715597B04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027690" y="240514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6DAFBE6-6388-2169-E820-940AE21DE1C0}"/>
                    </a:ext>
                  </a:extLst>
                </p14:cNvPr>
                <p14:cNvContentPartPr/>
                <p14:nvPr/>
              </p14:nvContentPartPr>
              <p14:xfrm>
                <a:off x="4108330" y="2196700"/>
                <a:ext cx="360" cy="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6DAFBE6-6388-2169-E820-940AE21DE1C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104010" y="219238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9166C4F-5EAA-9EF8-3C13-18986B498D42}"/>
                    </a:ext>
                  </a:extLst>
                </p14:cNvPr>
                <p14:cNvContentPartPr/>
                <p14:nvPr/>
              </p14:nvContentPartPr>
              <p14:xfrm>
                <a:off x="4082770" y="2111020"/>
                <a:ext cx="360" cy="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9166C4F-5EAA-9EF8-3C13-18986B498D4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078450" y="210670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67DA386-2653-E1E1-25C3-6A700AE9639E}"/>
                    </a:ext>
                  </a:extLst>
                </p14:cNvPr>
                <p14:cNvContentPartPr/>
                <p14:nvPr/>
              </p14:nvContentPartPr>
              <p14:xfrm>
                <a:off x="3984490" y="2196700"/>
                <a:ext cx="360" cy="3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67DA386-2653-E1E1-25C3-6A700AE9639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980170" y="219238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BAC81EE-2B0D-F1B2-496B-FE4F9A115796}"/>
                    </a:ext>
                  </a:extLst>
                </p14:cNvPr>
                <p14:cNvContentPartPr/>
                <p14:nvPr/>
              </p14:nvContentPartPr>
              <p14:xfrm>
                <a:off x="4105090" y="2304700"/>
                <a:ext cx="360" cy="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BAC81EE-2B0D-F1B2-496B-FE4F9A11579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100770" y="230038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36B6144-FB36-C105-4F8D-0D597953B573}"/>
                    </a:ext>
                  </a:extLst>
                </p14:cNvPr>
                <p14:cNvContentPartPr/>
                <p14:nvPr/>
              </p14:nvContentPartPr>
              <p14:xfrm>
                <a:off x="3844810" y="2276260"/>
                <a:ext cx="360" cy="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36B6144-FB36-C105-4F8D-0D597953B57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840490" y="227194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4775AE3-52CE-CABE-2DEF-CA69FFD1CE86}"/>
                    </a:ext>
                  </a:extLst>
                </p14:cNvPr>
                <p14:cNvContentPartPr/>
                <p14:nvPr/>
              </p14:nvContentPartPr>
              <p14:xfrm>
                <a:off x="3717730" y="2396860"/>
                <a:ext cx="1440" cy="10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4775AE3-52CE-CABE-2DEF-CA69FFD1CE8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713410" y="2392540"/>
                  <a:ext cx="1008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9D99C2B-CAC4-6E79-B372-78F04BA20577}"/>
                    </a:ext>
                  </a:extLst>
                </p14:cNvPr>
                <p14:cNvContentPartPr/>
                <p14:nvPr/>
              </p14:nvContentPartPr>
              <p14:xfrm>
                <a:off x="3787570" y="2295340"/>
                <a:ext cx="360" cy="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9D99C2B-CAC4-6E79-B372-78F04BA2057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783250" y="229102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953C61E-E1ED-5B82-3D64-E44A59E9582A}"/>
                    </a:ext>
                  </a:extLst>
                </p14:cNvPr>
                <p14:cNvContentPartPr/>
                <p14:nvPr/>
              </p14:nvContentPartPr>
              <p14:xfrm>
                <a:off x="3762010" y="2262940"/>
                <a:ext cx="360" cy="7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953C61E-E1ED-5B82-3D64-E44A59E9582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57690" y="2258620"/>
                  <a:ext cx="9000" cy="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80BE53FC-BFD6-930D-F880-189206361C30}"/>
                  </a:ext>
                </a:extLst>
              </p14:cNvPr>
              <p14:cNvContentPartPr/>
              <p14:nvPr/>
            </p14:nvContentPartPr>
            <p14:xfrm>
              <a:off x="4542130" y="2091220"/>
              <a:ext cx="792000" cy="13248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80BE53FC-BFD6-930D-F880-189206361C3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537810" y="2086900"/>
                <a:ext cx="8006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22AEB62-3719-3553-1134-E4D0A5287134}"/>
                  </a:ext>
                </a:extLst>
              </p14:cNvPr>
              <p14:cNvContentPartPr/>
              <p14:nvPr/>
            </p14:nvContentPartPr>
            <p14:xfrm>
              <a:off x="4542490" y="2184100"/>
              <a:ext cx="896400" cy="1198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22AEB62-3719-3553-1134-E4D0A528713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538170" y="2179780"/>
                <a:ext cx="9050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4D419851-46A5-6BBC-5397-CA1615929808}"/>
                  </a:ext>
                </a:extLst>
              </p14:cNvPr>
              <p14:cNvContentPartPr/>
              <p14:nvPr/>
            </p14:nvContentPartPr>
            <p14:xfrm>
              <a:off x="4502530" y="2268340"/>
              <a:ext cx="1012680" cy="1044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4D419851-46A5-6BBC-5397-CA161592980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498210" y="2264020"/>
                <a:ext cx="10213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A8A8C55D-F4F6-5077-0D76-809FD0727931}"/>
                  </a:ext>
                </a:extLst>
              </p14:cNvPr>
              <p14:cNvContentPartPr/>
              <p14:nvPr/>
            </p14:nvContentPartPr>
            <p14:xfrm>
              <a:off x="4296970" y="1917340"/>
              <a:ext cx="693360" cy="9684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A8A8C55D-F4F6-5077-0D76-809FD072793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292650" y="1913020"/>
                <a:ext cx="70200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A22D4D9-7E70-501E-668B-B8ED338D381C}"/>
                  </a:ext>
                </a:extLst>
              </p14:cNvPr>
              <p14:cNvContentPartPr/>
              <p14:nvPr/>
            </p14:nvContentPartPr>
            <p14:xfrm>
              <a:off x="4372210" y="1987180"/>
              <a:ext cx="72360" cy="3243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A22D4D9-7E70-501E-668B-B8ED338D381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367890" y="1982860"/>
                <a:ext cx="810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7C08A0FB-5D73-B580-20D6-365BE56A7037}"/>
                  </a:ext>
                </a:extLst>
              </p14:cNvPr>
              <p14:cNvContentPartPr/>
              <p14:nvPr/>
            </p14:nvContentPartPr>
            <p14:xfrm>
              <a:off x="4328704" y="1992968"/>
              <a:ext cx="28440" cy="100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7C08A0FB-5D73-B580-20D6-365BE56A703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324384" y="1988648"/>
                <a:ext cx="370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BF838961-9ADA-B6F4-BE18-D9255FB5879F}"/>
                  </a:ext>
                </a:extLst>
              </p14:cNvPr>
              <p14:cNvContentPartPr/>
              <p14:nvPr/>
            </p14:nvContentPartPr>
            <p14:xfrm>
              <a:off x="4326904" y="1987568"/>
              <a:ext cx="76680" cy="8964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BF838961-9ADA-B6F4-BE18-D9255FB5879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322584" y="1983248"/>
                <a:ext cx="8532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B899D082-6BF8-BBA0-59BB-6D63B0AD9709}"/>
                  </a:ext>
                </a:extLst>
              </p14:cNvPr>
              <p14:cNvContentPartPr/>
              <p14:nvPr/>
            </p14:nvContentPartPr>
            <p14:xfrm>
              <a:off x="4345264" y="2156768"/>
              <a:ext cx="52200" cy="842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B899D082-6BF8-BBA0-59BB-6D63B0AD970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336624" y="2147768"/>
                <a:ext cx="6984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3462A0EB-7B2B-5671-8CD2-3DCFE128E5D4}"/>
                  </a:ext>
                </a:extLst>
              </p14:cNvPr>
              <p14:cNvContentPartPr/>
              <p14:nvPr/>
            </p14:nvContentPartPr>
            <p14:xfrm>
              <a:off x="4323970" y="1990420"/>
              <a:ext cx="65520" cy="35028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3462A0EB-7B2B-5671-8CD2-3DCFE128E5D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319650" y="1986100"/>
                <a:ext cx="7416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44E52B4C-1F48-A2F7-118A-788B7EDE8F14}"/>
                  </a:ext>
                </a:extLst>
              </p14:cNvPr>
              <p14:cNvContentPartPr/>
              <p14:nvPr/>
            </p14:nvContentPartPr>
            <p14:xfrm>
              <a:off x="4358890" y="2309020"/>
              <a:ext cx="61920" cy="309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44E52B4C-1F48-A2F7-118A-788B7EDE8F1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354570" y="2304700"/>
                <a:ext cx="7056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47E8048C-CA19-B831-AA13-1F06CA15AAC2}"/>
              </a:ext>
            </a:extLst>
          </p:cNvPr>
          <p:cNvGrpSpPr/>
          <p:nvPr/>
        </p:nvGrpSpPr>
        <p:grpSpPr>
          <a:xfrm>
            <a:off x="4343104" y="2010968"/>
            <a:ext cx="92880" cy="167760"/>
            <a:chOff x="4343104" y="2010968"/>
            <a:chExt cx="9288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081A981-DD2C-E754-8E01-C16BA17EEF61}"/>
                    </a:ext>
                  </a:extLst>
                </p14:cNvPr>
                <p14:cNvContentPartPr/>
                <p14:nvPr/>
              </p14:nvContentPartPr>
              <p14:xfrm>
                <a:off x="4360024" y="2010968"/>
                <a:ext cx="66240" cy="92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081A981-DD2C-E754-8E01-C16BA17EEF6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351384" y="2001968"/>
                  <a:ext cx="83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3700B4F-1D9F-1164-7805-4590E07EFE51}"/>
                    </a:ext>
                  </a:extLst>
                </p14:cNvPr>
                <p14:cNvContentPartPr/>
                <p14:nvPr/>
              </p14:nvContentPartPr>
              <p14:xfrm>
                <a:off x="4343104" y="2091968"/>
                <a:ext cx="91080" cy="867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3700B4F-1D9F-1164-7805-4590E07EFE5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34104" y="2082968"/>
                  <a:ext cx="1087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0E52AFB-7205-DD91-858A-144A4C52FFB7}"/>
                    </a:ext>
                  </a:extLst>
                </p14:cNvPr>
                <p14:cNvContentPartPr/>
                <p14:nvPr/>
              </p14:nvContentPartPr>
              <p14:xfrm>
                <a:off x="4376224" y="2024648"/>
                <a:ext cx="59760" cy="1375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0E52AFB-7205-DD91-858A-144A4C52FFB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367224" y="2016008"/>
                  <a:ext cx="77400" cy="15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634D04A3-EDB3-3124-7B95-B4A7D5B1306B}"/>
                  </a:ext>
                </a:extLst>
              </p14:cNvPr>
              <p14:cNvContentPartPr/>
              <p14:nvPr/>
            </p14:nvContentPartPr>
            <p14:xfrm>
              <a:off x="4362184" y="2183408"/>
              <a:ext cx="60120" cy="1479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634D04A3-EDB3-3124-7B95-B4A7D5B1306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353544" y="2174408"/>
                <a:ext cx="7776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FF08D651-4877-BB21-AF8E-554095462F50}"/>
                  </a:ext>
                </a:extLst>
              </p14:cNvPr>
              <p14:cNvContentPartPr/>
              <p14:nvPr/>
            </p14:nvContentPartPr>
            <p14:xfrm>
              <a:off x="4304944" y="1733220"/>
              <a:ext cx="329400" cy="18360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FF08D651-4877-BB21-AF8E-554095462F50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295944" y="1724580"/>
                <a:ext cx="3470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EFB5E16D-D246-C8FB-58F3-B5D363D6741F}"/>
                  </a:ext>
                </a:extLst>
              </p14:cNvPr>
              <p14:cNvContentPartPr/>
              <p14:nvPr/>
            </p14:nvContentPartPr>
            <p14:xfrm>
              <a:off x="4626424" y="1733220"/>
              <a:ext cx="341280" cy="18864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EFB5E16D-D246-C8FB-58F3-B5D363D6741F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617424" y="1724220"/>
                <a:ext cx="35892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01E0CA69-7339-9344-D77F-B76DA47CFCD2}"/>
                  </a:ext>
                </a:extLst>
              </p14:cNvPr>
              <p14:cNvContentPartPr/>
              <p14:nvPr/>
            </p14:nvContentPartPr>
            <p14:xfrm>
              <a:off x="4595464" y="1792620"/>
              <a:ext cx="239400" cy="1047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01E0CA69-7339-9344-D77F-B76DA47CFCD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559824" y="1756620"/>
                <a:ext cx="3110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E725575D-0425-58CB-BE94-0331E0D361F7}"/>
                  </a:ext>
                </a:extLst>
              </p14:cNvPr>
              <p14:cNvContentPartPr/>
              <p14:nvPr/>
            </p14:nvContentPartPr>
            <p14:xfrm>
              <a:off x="4410424" y="1823220"/>
              <a:ext cx="378360" cy="9216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E725575D-0425-58CB-BE94-0331E0D361F7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374784" y="1787580"/>
                <a:ext cx="4500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AF8E8FB1-F6E0-E9DC-5AB3-66A98A263CB7}"/>
                  </a:ext>
                </a:extLst>
              </p14:cNvPr>
              <p14:cNvContentPartPr/>
              <p14:nvPr/>
            </p14:nvContentPartPr>
            <p14:xfrm>
              <a:off x="4703824" y="1938060"/>
              <a:ext cx="80280" cy="2340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AF8E8FB1-F6E0-E9DC-5AB3-66A98A263CB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668184" y="1902420"/>
                <a:ext cx="15192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77560FF1-FCC5-1EF2-B422-9B670C807CD2}"/>
                  </a:ext>
                </a:extLst>
              </p14:cNvPr>
              <p14:cNvContentPartPr/>
              <p14:nvPr/>
            </p14:nvContentPartPr>
            <p14:xfrm>
              <a:off x="4551544" y="1883340"/>
              <a:ext cx="230760" cy="6624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77560FF1-FCC5-1EF2-B422-9B670C807CD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515544" y="1847700"/>
                <a:ext cx="30240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BD0D454A-3EBB-DA30-D4AE-C2E34981C7FC}"/>
              </a:ext>
            </a:extLst>
          </p:cNvPr>
          <p:cNvGrpSpPr/>
          <p:nvPr/>
        </p:nvGrpSpPr>
        <p:grpSpPr>
          <a:xfrm>
            <a:off x="4309264" y="1805940"/>
            <a:ext cx="667440" cy="162000"/>
            <a:chOff x="4309264" y="1805940"/>
            <a:chExt cx="667440" cy="16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D501B99-32AD-5840-C1E2-9A509DFFC452}"/>
                    </a:ext>
                  </a:extLst>
                </p14:cNvPr>
                <p14:cNvContentPartPr/>
                <p14:nvPr/>
              </p14:nvContentPartPr>
              <p14:xfrm>
                <a:off x="4820104" y="1883700"/>
                <a:ext cx="156600" cy="820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D501B99-32AD-5840-C1E2-9A509DFFC45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811464" y="1874700"/>
                  <a:ext cx="1742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98AC18D-9AF6-CDBC-FEE7-111F6BF0EA02}"/>
                    </a:ext>
                  </a:extLst>
                </p14:cNvPr>
                <p14:cNvContentPartPr/>
                <p14:nvPr/>
              </p14:nvContentPartPr>
              <p14:xfrm>
                <a:off x="4687264" y="1805940"/>
                <a:ext cx="180360" cy="921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98AC18D-9AF6-CDBC-FEE7-111F6BF0EA0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678624" y="1796940"/>
                  <a:ext cx="198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5730710-9B8A-2DC0-36CA-79998B04EE7F}"/>
                    </a:ext>
                  </a:extLst>
                </p14:cNvPr>
                <p14:cNvContentPartPr/>
                <p14:nvPr/>
              </p14:nvContentPartPr>
              <p14:xfrm>
                <a:off x="4468024" y="1925820"/>
                <a:ext cx="106200" cy="378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5730710-9B8A-2DC0-36CA-79998B04EE7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432384" y="1890180"/>
                  <a:ext cx="177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137AA71-6D3B-0D35-366D-CFB16F23DE48}"/>
                    </a:ext>
                  </a:extLst>
                </p14:cNvPr>
                <p14:cNvContentPartPr/>
                <p14:nvPr/>
              </p14:nvContentPartPr>
              <p14:xfrm>
                <a:off x="4465144" y="1920780"/>
                <a:ext cx="57240" cy="201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137AA71-6D3B-0D35-366D-CFB16F23DE4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429144" y="1885140"/>
                  <a:ext cx="128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32108EB-04C6-5EFD-B3A7-C85D821152BA}"/>
                    </a:ext>
                  </a:extLst>
                </p14:cNvPr>
                <p14:cNvContentPartPr/>
                <p14:nvPr/>
              </p14:nvContentPartPr>
              <p14:xfrm>
                <a:off x="4366864" y="1923660"/>
                <a:ext cx="360" cy="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32108EB-04C6-5EFD-B3A7-C85D821152B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331224" y="188802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BBFC039-7DDF-7C44-12F5-36C2473A4532}"/>
                    </a:ext>
                  </a:extLst>
                </p14:cNvPr>
                <p14:cNvContentPartPr/>
                <p14:nvPr/>
              </p14:nvContentPartPr>
              <p14:xfrm>
                <a:off x="4309264" y="1933380"/>
                <a:ext cx="45720" cy="345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BBFC039-7DDF-7C44-12F5-36C2473A453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00264" y="1924380"/>
                  <a:ext cx="6336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443F2AC6-F971-F92B-C4E0-558B5AE37B07}"/>
                  </a:ext>
                </a:extLst>
              </p14:cNvPr>
              <p14:cNvContentPartPr/>
              <p14:nvPr/>
            </p14:nvContentPartPr>
            <p14:xfrm>
              <a:off x="4621744" y="1735740"/>
              <a:ext cx="61560" cy="2736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443F2AC6-F971-F92B-C4E0-558B5AE37B0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613104" y="1726740"/>
                <a:ext cx="792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7FF44581-18B6-E379-D47B-75D82D01C4E8}"/>
                  </a:ext>
                </a:extLst>
              </p14:cNvPr>
              <p14:cNvContentPartPr/>
              <p14:nvPr/>
            </p14:nvContentPartPr>
            <p14:xfrm>
              <a:off x="4353904" y="2004750"/>
              <a:ext cx="58320" cy="31716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7FF44581-18B6-E379-D47B-75D82D01C4E8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349584" y="2000430"/>
                <a:ext cx="6696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3472BDE0-3997-908E-BBE0-716DF25C76CE}"/>
                  </a:ext>
                </a:extLst>
              </p14:cNvPr>
              <p14:cNvContentPartPr/>
              <p14:nvPr/>
            </p14:nvContentPartPr>
            <p14:xfrm>
              <a:off x="4505005" y="2752495"/>
              <a:ext cx="504000" cy="60120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3472BDE0-3997-908E-BBE0-716DF25C76C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500685" y="2748175"/>
                <a:ext cx="512640" cy="60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6D8E76ED-8BB0-5318-6436-48AEA09B9C26}"/>
                  </a:ext>
                </a:extLst>
              </p14:cNvPr>
              <p14:cNvContentPartPr/>
              <p14:nvPr/>
            </p14:nvContentPartPr>
            <p14:xfrm>
              <a:off x="4708405" y="2701735"/>
              <a:ext cx="555480" cy="6951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6D8E76ED-8BB0-5318-6436-48AEA09B9C26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4704085" y="2697415"/>
                <a:ext cx="564120" cy="70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7FD4E16D-A6DE-07C7-286D-536CFC29F94E}"/>
                  </a:ext>
                </a:extLst>
              </p14:cNvPr>
              <p14:cNvContentPartPr/>
              <p14:nvPr/>
            </p14:nvContentPartPr>
            <p14:xfrm>
              <a:off x="4974805" y="2500135"/>
              <a:ext cx="128880" cy="7164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7FD4E16D-A6DE-07C7-286D-536CFC29F94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970485" y="2495815"/>
                <a:ext cx="137520" cy="8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AF36DEBE-92F5-A116-0B17-A58090FDF2DE}"/>
              </a:ext>
            </a:extLst>
          </p:cNvPr>
          <p:cNvGrpSpPr/>
          <p:nvPr/>
        </p:nvGrpSpPr>
        <p:grpSpPr>
          <a:xfrm>
            <a:off x="5267125" y="2382415"/>
            <a:ext cx="454680" cy="172800"/>
            <a:chOff x="5267125" y="2382415"/>
            <a:chExt cx="45468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EF00066-DBBD-90B8-FCEF-60CA0674D6B2}"/>
                    </a:ext>
                  </a:extLst>
                </p14:cNvPr>
                <p14:cNvContentPartPr/>
                <p14:nvPr/>
              </p14:nvContentPartPr>
              <p14:xfrm>
                <a:off x="5429125" y="2481775"/>
                <a:ext cx="151200" cy="73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EF00066-DBBD-90B8-FCEF-60CA0674D6B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24805" y="2477455"/>
                  <a:ext cx="1598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1ECBE58-B012-BE7A-6FC3-178A90DA3233}"/>
                    </a:ext>
                  </a:extLst>
                </p14:cNvPr>
                <p14:cNvContentPartPr/>
                <p14:nvPr/>
              </p14:nvContentPartPr>
              <p14:xfrm>
                <a:off x="5267125" y="2404375"/>
                <a:ext cx="133200" cy="374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1ECBE58-B012-BE7A-6FC3-178A90DA323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62805" y="2400055"/>
                  <a:ext cx="141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4E871B6-2B8F-743D-FAD7-5992E6B262E8}"/>
                    </a:ext>
                  </a:extLst>
                </p14:cNvPr>
                <p14:cNvContentPartPr/>
                <p14:nvPr/>
              </p14:nvContentPartPr>
              <p14:xfrm>
                <a:off x="5543245" y="2382415"/>
                <a:ext cx="178560" cy="658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4E871B6-2B8F-743D-FAD7-5992E6B262E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538925" y="2378095"/>
                  <a:ext cx="18720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1536486D-0A69-D763-1057-84CDE09AE4F9}"/>
                  </a:ext>
                </a:extLst>
              </p14:cNvPr>
              <p14:cNvContentPartPr/>
              <p14:nvPr/>
            </p14:nvContentPartPr>
            <p14:xfrm>
              <a:off x="4511485" y="2708215"/>
              <a:ext cx="197280" cy="4464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1536486D-0A69-D763-1057-84CDE09AE4F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506805" y="2703535"/>
                <a:ext cx="2059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5198FE02-55ED-4BA1-81B5-F66ED466BFE7}"/>
                  </a:ext>
                </a:extLst>
              </p14:cNvPr>
              <p14:cNvContentPartPr/>
              <p14:nvPr/>
            </p14:nvContentPartPr>
            <p14:xfrm>
              <a:off x="4656205" y="2707495"/>
              <a:ext cx="49320" cy="1800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5198FE02-55ED-4BA1-81B5-F66ED466BFE7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651885" y="2703175"/>
                <a:ext cx="579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808F0F48-F3CB-5854-334C-2B787EC02735}"/>
                  </a:ext>
                </a:extLst>
              </p14:cNvPr>
              <p14:cNvContentPartPr/>
              <p14:nvPr/>
            </p14:nvContentPartPr>
            <p14:xfrm>
              <a:off x="5009725" y="3355855"/>
              <a:ext cx="228960" cy="3852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808F0F48-F3CB-5854-334C-2B787EC0273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005045" y="3351175"/>
                <a:ext cx="2376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9F9C2516-5539-7D97-5731-21EFB46CCFDA}"/>
                  </a:ext>
                </a:extLst>
              </p14:cNvPr>
              <p14:cNvContentPartPr/>
              <p14:nvPr/>
            </p14:nvContentPartPr>
            <p14:xfrm>
              <a:off x="5229325" y="3396895"/>
              <a:ext cx="34200" cy="36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9F9C2516-5539-7D97-5731-21EFB46CCFD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225005" y="3392575"/>
                <a:ext cx="4284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DF904C85-7CDF-E9E7-1524-3A371AD7CEC7}"/>
                  </a:ext>
                </a:extLst>
              </p14:cNvPr>
              <p14:cNvContentPartPr/>
              <p14:nvPr/>
            </p14:nvContentPartPr>
            <p14:xfrm>
              <a:off x="4550005" y="2756455"/>
              <a:ext cx="170640" cy="3924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DF904C85-7CDF-E9E7-1524-3A371AD7CEC7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532005" y="2738455"/>
                <a:ext cx="2062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E3B5A7ED-A469-732B-896C-9B269DBDE11D}"/>
                  </a:ext>
                </a:extLst>
              </p14:cNvPr>
              <p14:cNvContentPartPr/>
              <p14:nvPr/>
            </p14:nvContentPartPr>
            <p14:xfrm>
              <a:off x="4637179" y="2778525"/>
              <a:ext cx="316440" cy="27720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E3B5A7ED-A469-732B-896C-9B269DBDE11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4619179" y="2760885"/>
                <a:ext cx="35208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C28FB30C-C047-6C3E-2148-EAC7243F3F99}"/>
                  </a:ext>
                </a:extLst>
              </p14:cNvPr>
              <p14:cNvContentPartPr/>
              <p14:nvPr/>
            </p14:nvContentPartPr>
            <p14:xfrm>
              <a:off x="4607659" y="2721285"/>
              <a:ext cx="196200" cy="8208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C28FB30C-C047-6C3E-2148-EAC7243F3F9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589659" y="2703645"/>
                <a:ext cx="23184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F15BCC2F-6B7C-DC57-517B-F68A4555139E}"/>
                  </a:ext>
                </a:extLst>
              </p14:cNvPr>
              <p14:cNvContentPartPr/>
              <p14:nvPr/>
            </p14:nvContentPartPr>
            <p14:xfrm>
              <a:off x="4700179" y="2754045"/>
              <a:ext cx="313200" cy="40140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F15BCC2F-6B7C-DC57-517B-F68A4555139E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682539" y="2736405"/>
                <a:ext cx="34884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5CC44262-EA42-68C2-B3AA-9088FDB77A18}"/>
                  </a:ext>
                </a:extLst>
              </p14:cNvPr>
              <p14:cNvContentPartPr/>
              <p14:nvPr/>
            </p14:nvContentPartPr>
            <p14:xfrm>
              <a:off x="4840939" y="2838285"/>
              <a:ext cx="164520" cy="27180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5CC44262-EA42-68C2-B3AA-9088FDB77A1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822939" y="2820285"/>
                <a:ext cx="2001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77FDD8AB-5C4E-E0D8-38E1-B407162F4988}"/>
                  </a:ext>
                </a:extLst>
              </p14:cNvPr>
              <p14:cNvContentPartPr/>
              <p14:nvPr/>
            </p14:nvContentPartPr>
            <p14:xfrm>
              <a:off x="4809979" y="2893005"/>
              <a:ext cx="189360" cy="45396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77FDD8AB-5C4E-E0D8-38E1-B407162F4988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791979" y="2875005"/>
                <a:ext cx="22500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8316D831-2DBF-F7AB-9493-0391BEB7C00F}"/>
                  </a:ext>
                </a:extLst>
              </p14:cNvPr>
              <p14:cNvContentPartPr/>
              <p14:nvPr/>
            </p14:nvContentPartPr>
            <p14:xfrm>
              <a:off x="4933819" y="3066885"/>
              <a:ext cx="83520" cy="24984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8316D831-2DBF-F7AB-9493-0391BEB7C00F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915819" y="3048885"/>
                <a:ext cx="1191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FF4F098-5EDD-2154-EB3D-9E6957E20AF8}"/>
                  </a:ext>
                </a:extLst>
              </p14:cNvPr>
              <p14:cNvContentPartPr/>
              <p14:nvPr/>
            </p14:nvContentPartPr>
            <p14:xfrm>
              <a:off x="4969459" y="2971485"/>
              <a:ext cx="57600" cy="22464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FF4F098-5EDD-2154-EB3D-9E6957E20AF8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951459" y="2953485"/>
                <a:ext cx="9324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7F34A374-B5B0-5124-F0EA-8B2D3D017397}"/>
                  </a:ext>
                </a:extLst>
              </p14:cNvPr>
              <p14:cNvContentPartPr/>
              <p14:nvPr/>
            </p14:nvContentPartPr>
            <p14:xfrm>
              <a:off x="5038579" y="3166965"/>
              <a:ext cx="84960" cy="18108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7F34A374-B5B0-5124-F0EA-8B2D3D01739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020579" y="3148965"/>
                <a:ext cx="1206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7B3AC76B-BC0B-DA08-2222-C84789ADB0A1}"/>
                  </a:ext>
                </a:extLst>
              </p14:cNvPr>
              <p14:cNvContentPartPr/>
              <p14:nvPr/>
            </p14:nvContentPartPr>
            <p14:xfrm>
              <a:off x="5074219" y="3228885"/>
              <a:ext cx="72720" cy="11880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7B3AC76B-BC0B-DA08-2222-C84789ADB0A1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056219" y="3210885"/>
                <a:ext cx="108360" cy="15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0" name="Group 259">
            <a:extLst>
              <a:ext uri="{FF2B5EF4-FFF2-40B4-BE49-F238E27FC236}">
                <a16:creationId xmlns:a16="http://schemas.microsoft.com/office/drawing/2014/main" id="{B3CD887A-3569-7C0A-98DB-EC924188D95E}"/>
              </a:ext>
            </a:extLst>
          </p:cNvPr>
          <p:cNvGrpSpPr/>
          <p:nvPr/>
        </p:nvGrpSpPr>
        <p:grpSpPr>
          <a:xfrm>
            <a:off x="4986019" y="3026205"/>
            <a:ext cx="109080" cy="330120"/>
            <a:chOff x="4986019" y="3026205"/>
            <a:chExt cx="10908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549002E-6F80-A3AA-CDA0-F48D71BB6061}"/>
                    </a:ext>
                  </a:extLst>
                </p14:cNvPr>
                <p14:cNvContentPartPr/>
                <p14:nvPr/>
              </p14:nvContentPartPr>
              <p14:xfrm>
                <a:off x="5033899" y="3343005"/>
                <a:ext cx="61200" cy="133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549002E-6F80-A3AA-CDA0-F48D71BB606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015899" y="3325365"/>
                  <a:ext cx="96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F07167D-4208-CBC2-D73C-A62D508B2A24}"/>
                    </a:ext>
                  </a:extLst>
                </p14:cNvPr>
                <p14:cNvContentPartPr/>
                <p14:nvPr/>
              </p14:nvContentPartPr>
              <p14:xfrm>
                <a:off x="4986019" y="3026205"/>
                <a:ext cx="49680" cy="172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F07167D-4208-CBC2-D73C-A62D508B2A2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968379" y="3008565"/>
                  <a:ext cx="85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317E28B-8858-0A19-6EC2-09AFCC4BAECA}"/>
                    </a:ext>
                  </a:extLst>
                </p14:cNvPr>
                <p14:cNvContentPartPr/>
                <p14:nvPr/>
              </p14:nvContentPartPr>
              <p14:xfrm>
                <a:off x="5014819" y="3116925"/>
                <a:ext cx="58320" cy="194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317E28B-8858-0A19-6EC2-09AFCC4BAEC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996819" y="3098925"/>
                  <a:ext cx="939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F973A04-D6C3-1DC4-2044-1917FB1C735D}"/>
                    </a:ext>
                  </a:extLst>
                </p14:cNvPr>
                <p14:cNvContentPartPr/>
                <p14:nvPr/>
              </p14:nvContentPartPr>
              <p14:xfrm>
                <a:off x="5028499" y="3254805"/>
                <a:ext cx="10800" cy="993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F973A04-D6C3-1DC4-2044-1917FB1C735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010499" y="3237165"/>
                  <a:ext cx="4644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EF06726A-FB21-AF2E-96E1-03114EE1E06F}"/>
                  </a:ext>
                </a:extLst>
              </p14:cNvPr>
              <p14:cNvContentPartPr/>
              <p14:nvPr/>
            </p14:nvContentPartPr>
            <p14:xfrm>
              <a:off x="5138299" y="3330045"/>
              <a:ext cx="82440" cy="5688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EF06726A-FB21-AF2E-96E1-03114EE1E06F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120659" y="3312045"/>
                <a:ext cx="11808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0CFBD66D-607D-7F33-C447-E0B6A94E4123}"/>
                  </a:ext>
                </a:extLst>
              </p14:cNvPr>
              <p14:cNvContentPartPr/>
              <p14:nvPr/>
            </p14:nvContentPartPr>
            <p14:xfrm>
              <a:off x="4966939" y="3383685"/>
              <a:ext cx="336240" cy="4320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0CFBD66D-607D-7F33-C447-E0B6A94E4123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948939" y="3365685"/>
                <a:ext cx="371880" cy="7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E6B8E177-4567-A8F0-32C3-37CB37D3699A}"/>
              </a:ext>
            </a:extLst>
          </p:cNvPr>
          <p:cNvGrpSpPr/>
          <p:nvPr/>
        </p:nvGrpSpPr>
        <p:grpSpPr>
          <a:xfrm>
            <a:off x="4619539" y="2745405"/>
            <a:ext cx="274320" cy="147600"/>
            <a:chOff x="4619539" y="2745405"/>
            <a:chExt cx="274320" cy="14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D8D1C56-AB14-3535-A55D-C215F7DE64B0}"/>
                    </a:ext>
                  </a:extLst>
                </p14:cNvPr>
                <p14:cNvContentPartPr/>
                <p14:nvPr/>
              </p14:nvContentPartPr>
              <p14:xfrm>
                <a:off x="4619539" y="2750085"/>
                <a:ext cx="2160" cy="32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D8D1C56-AB14-3535-A55D-C215F7DE64B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15219" y="2745765"/>
                  <a:ext cx="1080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4B61E77-245E-5862-159F-FB90BAB8D559}"/>
                    </a:ext>
                  </a:extLst>
                </p14:cNvPr>
                <p14:cNvContentPartPr/>
                <p14:nvPr/>
              </p14:nvContentPartPr>
              <p14:xfrm>
                <a:off x="4621699" y="2752605"/>
                <a:ext cx="36360" cy="270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4B61E77-245E-5862-159F-FB90BAB8D55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617379" y="2748285"/>
                  <a:ext cx="45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54C5EC2-A3F3-4A7A-80F0-27449D75D5C2}"/>
                    </a:ext>
                  </a:extLst>
                </p14:cNvPr>
                <p14:cNvContentPartPr/>
                <p14:nvPr/>
              </p14:nvContentPartPr>
              <p14:xfrm>
                <a:off x="4738339" y="2745405"/>
                <a:ext cx="23760" cy="19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54C5EC2-A3F3-4A7A-80F0-27449D75D5C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734019" y="2741085"/>
                  <a:ext cx="32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16DCCBE-BE08-EE63-AE71-F4E0C8F27470}"/>
                    </a:ext>
                  </a:extLst>
                </p14:cNvPr>
                <p14:cNvContentPartPr/>
                <p14:nvPr/>
              </p14:nvContentPartPr>
              <p14:xfrm>
                <a:off x="4745539" y="2802645"/>
                <a:ext cx="1440" cy="39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16DCCBE-BE08-EE63-AE71-F4E0C8F2747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41219" y="2798325"/>
                  <a:ext cx="10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6E91FD5-06D2-9AB8-4EBA-F90E4EE6F348}"/>
                    </a:ext>
                  </a:extLst>
                </p14:cNvPr>
                <p14:cNvContentPartPr/>
                <p14:nvPr/>
              </p14:nvContentPartPr>
              <p14:xfrm>
                <a:off x="4750219" y="2812005"/>
                <a:ext cx="28080" cy="169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6E91FD5-06D2-9AB8-4EBA-F90E4EE6F34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745899" y="2807685"/>
                  <a:ext cx="367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8F8B278-AC08-3427-70E6-66C6511C3B33}"/>
                    </a:ext>
                  </a:extLst>
                </p14:cNvPr>
                <p14:cNvContentPartPr/>
                <p14:nvPr/>
              </p14:nvContentPartPr>
              <p14:xfrm>
                <a:off x="4879099" y="2859525"/>
                <a:ext cx="14760" cy="334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8F8B278-AC08-3427-70E6-66C6511C3B3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874779" y="2855205"/>
                  <a:ext cx="2340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644088B3-4FD5-F874-5C5C-A8BB28F1A60C}"/>
              </a:ext>
            </a:extLst>
          </p:cNvPr>
          <p:cNvGrpSpPr/>
          <p:nvPr/>
        </p:nvGrpSpPr>
        <p:grpSpPr>
          <a:xfrm>
            <a:off x="4900339" y="2997765"/>
            <a:ext cx="106920" cy="153360"/>
            <a:chOff x="4900339" y="2997765"/>
            <a:chExt cx="10692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1F30BDA-63FF-DEEC-8AEC-322E0C0CB75F}"/>
                    </a:ext>
                  </a:extLst>
                </p14:cNvPr>
                <p14:cNvContentPartPr/>
                <p14:nvPr/>
              </p14:nvContentPartPr>
              <p14:xfrm>
                <a:off x="4900339" y="2997765"/>
                <a:ext cx="25200" cy="446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1F30BDA-63FF-DEEC-8AEC-322E0C0CB75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896019" y="2993445"/>
                  <a:ext cx="33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AD49A43-7295-6733-B3D8-BF6A95891C2F}"/>
                    </a:ext>
                  </a:extLst>
                </p14:cNvPr>
                <p14:cNvContentPartPr/>
                <p14:nvPr/>
              </p14:nvContentPartPr>
              <p14:xfrm>
                <a:off x="4993219" y="3116925"/>
                <a:ext cx="14040" cy="342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AD49A43-7295-6733-B3D8-BF6A95891C2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988899" y="3112605"/>
                  <a:ext cx="226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5D281A9B-B499-31C3-0C91-C1928C5FF7AB}"/>
              </a:ext>
            </a:extLst>
          </p:cNvPr>
          <p:cNvGrpSpPr/>
          <p:nvPr/>
        </p:nvGrpSpPr>
        <p:grpSpPr>
          <a:xfrm>
            <a:off x="4971979" y="3242925"/>
            <a:ext cx="253080" cy="155160"/>
            <a:chOff x="4971979" y="3242925"/>
            <a:chExt cx="25308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D6DCFC4-7C44-E6AD-AD4E-DEDDA672D8C0}"/>
                    </a:ext>
                  </a:extLst>
                </p14:cNvPr>
                <p14:cNvContentPartPr/>
                <p14:nvPr/>
              </p14:nvContentPartPr>
              <p14:xfrm>
                <a:off x="4981339" y="3350205"/>
                <a:ext cx="360" cy="3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D6DCFC4-7C44-E6AD-AD4E-DEDDA672D8C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63699" y="33322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1997E1B-EC4A-785D-5291-CF47819D6DEE}"/>
                    </a:ext>
                  </a:extLst>
                </p14:cNvPr>
                <p14:cNvContentPartPr/>
                <p14:nvPr/>
              </p14:nvContentPartPr>
              <p14:xfrm>
                <a:off x="5014819" y="3362085"/>
                <a:ext cx="360" cy="3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1997E1B-EC4A-785D-5291-CF47819D6DE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96819" y="33444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D3DEB00-FD5F-437D-D26F-DDAAB20C7900}"/>
                    </a:ext>
                  </a:extLst>
                </p14:cNvPr>
                <p14:cNvContentPartPr/>
                <p14:nvPr/>
              </p14:nvContentPartPr>
              <p14:xfrm>
                <a:off x="5050459" y="3359565"/>
                <a:ext cx="360" cy="7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D3DEB00-FD5F-437D-D26F-DDAAB20C790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032459" y="3341925"/>
                  <a:ext cx="36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446E4DD-215C-B31A-EE06-291B78571D0A}"/>
                    </a:ext>
                  </a:extLst>
                </p14:cNvPr>
                <p14:cNvContentPartPr/>
                <p14:nvPr/>
              </p14:nvContentPartPr>
              <p14:xfrm>
                <a:off x="5076739" y="3352725"/>
                <a:ext cx="720" cy="3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446E4DD-215C-B31A-EE06-291B78571D0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058739" y="3334725"/>
                  <a:ext cx="36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DCDE26B-F5AB-4513-10E3-F93ABA942EC2}"/>
                    </a:ext>
                  </a:extLst>
                </p14:cNvPr>
                <p14:cNvContentPartPr/>
                <p14:nvPr/>
              </p14:nvContentPartPr>
              <p14:xfrm>
                <a:off x="5102659" y="3371805"/>
                <a:ext cx="360" cy="3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DCDE26B-F5AB-4513-10E3-F93ABA942EC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085019" y="33538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5E4FE25-4279-0DF7-2F52-EBB669CA5E57}"/>
                    </a:ext>
                  </a:extLst>
                </p14:cNvPr>
                <p14:cNvContentPartPr/>
                <p14:nvPr/>
              </p14:nvContentPartPr>
              <p14:xfrm>
                <a:off x="5136139" y="3369285"/>
                <a:ext cx="360" cy="3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5E4FE25-4279-0DF7-2F52-EBB669CA5E5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118139" y="33512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01D97517-5417-BF29-DC06-C91FC3FC4B51}"/>
                    </a:ext>
                  </a:extLst>
                </p14:cNvPr>
                <p14:cNvContentPartPr/>
                <p14:nvPr/>
              </p14:nvContentPartPr>
              <p14:xfrm>
                <a:off x="5152699" y="3397725"/>
                <a:ext cx="360" cy="3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01D97517-5417-BF29-DC06-C91FC3FC4B5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135059" y="33800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6349256-1BA5-EE8C-8894-5679586184BE}"/>
                    </a:ext>
                  </a:extLst>
                </p14:cNvPr>
                <p14:cNvContentPartPr/>
                <p14:nvPr/>
              </p14:nvContentPartPr>
              <p14:xfrm>
                <a:off x="5188339" y="3366765"/>
                <a:ext cx="360" cy="3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6349256-1BA5-EE8C-8894-5679586184B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170699" y="33491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BC3917C-3EF5-3335-353E-55919AC68503}"/>
                    </a:ext>
                  </a:extLst>
                </p14:cNvPr>
                <p14:cNvContentPartPr/>
                <p14:nvPr/>
              </p14:nvContentPartPr>
              <p14:xfrm>
                <a:off x="5167099" y="3373965"/>
                <a:ext cx="360" cy="3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BC3917C-3EF5-3335-353E-55919AC6850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149099" y="33563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2D7E44F3-4A04-FE41-7553-E3A260F3CFC4}"/>
                    </a:ext>
                  </a:extLst>
                </p14:cNvPr>
                <p14:cNvContentPartPr/>
                <p14:nvPr/>
              </p14:nvContentPartPr>
              <p14:xfrm>
                <a:off x="5214619" y="3393045"/>
                <a:ext cx="360" cy="3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2D7E44F3-4A04-FE41-7553-E3A260F3CFC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196979" y="33754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D231F55-D672-D3A4-2326-6A138F7E43E0}"/>
                    </a:ext>
                  </a:extLst>
                </p14:cNvPr>
                <p14:cNvContentPartPr/>
                <p14:nvPr/>
              </p14:nvContentPartPr>
              <p14:xfrm>
                <a:off x="5224339" y="3376485"/>
                <a:ext cx="720" cy="3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D231F55-D672-D3A4-2326-6A138F7E43E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206339" y="3358485"/>
                  <a:ext cx="36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5EB87FF-2037-49A0-B0B3-C4F2140C37ED}"/>
                    </a:ext>
                  </a:extLst>
                </p14:cNvPr>
                <p14:cNvContentPartPr/>
                <p14:nvPr/>
              </p14:nvContentPartPr>
              <p14:xfrm>
                <a:off x="4971979" y="3252645"/>
                <a:ext cx="38520" cy="514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5EB87FF-2037-49A0-B0B3-C4F2140C37E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967659" y="3248325"/>
                  <a:ext cx="47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6501CBB-8B48-BA99-3020-455158DD7268}"/>
                    </a:ext>
                  </a:extLst>
                </p14:cNvPr>
                <p14:cNvContentPartPr/>
                <p14:nvPr/>
              </p14:nvContentPartPr>
              <p14:xfrm>
                <a:off x="5062339" y="3242925"/>
                <a:ext cx="52920" cy="597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6501CBB-8B48-BA99-3020-455158DD726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058019" y="3238605"/>
                  <a:ext cx="6156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4B4791C9-A19F-453A-C7EA-FFCB5EA10D50}"/>
              </a:ext>
            </a:extLst>
          </p:cNvPr>
          <p:cNvGrpSpPr/>
          <p:nvPr/>
        </p:nvGrpSpPr>
        <p:grpSpPr>
          <a:xfrm>
            <a:off x="4671739" y="2795445"/>
            <a:ext cx="286200" cy="228240"/>
            <a:chOff x="4671739" y="2795445"/>
            <a:chExt cx="28620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34B9469-23E3-4150-5E13-6DC8A9914FB7}"/>
                    </a:ext>
                  </a:extLst>
                </p14:cNvPr>
                <p14:cNvContentPartPr/>
                <p14:nvPr/>
              </p14:nvContentPartPr>
              <p14:xfrm>
                <a:off x="4671739" y="2814525"/>
                <a:ext cx="20160" cy="68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34B9469-23E3-4150-5E13-6DC8A9914FB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67419" y="2810205"/>
                  <a:ext cx="288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A079426-E6C2-9913-89DA-13A69733C4AC}"/>
                    </a:ext>
                  </a:extLst>
                </p14:cNvPr>
                <p14:cNvContentPartPr/>
                <p14:nvPr/>
              </p14:nvContentPartPr>
              <p14:xfrm>
                <a:off x="4817179" y="2795445"/>
                <a:ext cx="26280" cy="212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A079426-E6C2-9913-89DA-13A69733C4A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812859" y="2791125"/>
                  <a:ext cx="34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893CAA0-1447-5381-C1EE-A1D5BA44AB2F}"/>
                    </a:ext>
                  </a:extLst>
                </p14:cNvPr>
                <p14:cNvContentPartPr/>
                <p14:nvPr/>
              </p14:nvContentPartPr>
              <p14:xfrm>
                <a:off x="4817179" y="2869245"/>
                <a:ext cx="43200" cy="529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893CAA0-1447-5381-C1EE-A1D5BA44AB2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812859" y="2864925"/>
                  <a:ext cx="51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F99A854-EDE7-F1B0-3EDE-14E76B06ADFF}"/>
                    </a:ext>
                  </a:extLst>
                </p14:cNvPr>
                <p14:cNvContentPartPr/>
                <p14:nvPr/>
              </p14:nvContentPartPr>
              <p14:xfrm>
                <a:off x="4943179" y="2974005"/>
                <a:ext cx="14760" cy="496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F99A854-EDE7-F1B0-3EDE-14E76B06ADF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938859" y="2969685"/>
                  <a:ext cx="2340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5CDAF733-15B6-0AAA-EFD6-83DC307F7BBD}"/>
              </a:ext>
            </a:extLst>
          </p:cNvPr>
          <p:cNvGrpSpPr/>
          <p:nvPr/>
        </p:nvGrpSpPr>
        <p:grpSpPr>
          <a:xfrm>
            <a:off x="4928779" y="3116925"/>
            <a:ext cx="93600" cy="123840"/>
            <a:chOff x="4928779" y="3116925"/>
            <a:chExt cx="93600" cy="12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FD03244-BFE1-5718-D329-5E24E3F3B9FA}"/>
                    </a:ext>
                  </a:extLst>
                </p14:cNvPr>
                <p14:cNvContentPartPr/>
                <p14:nvPr/>
              </p14:nvContentPartPr>
              <p14:xfrm>
                <a:off x="4928779" y="3116925"/>
                <a:ext cx="11880" cy="385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FD03244-BFE1-5718-D329-5E24E3F3B9F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24459" y="3112605"/>
                  <a:ext cx="20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0A9D850-32DA-5361-155F-0F6436697E3C}"/>
                    </a:ext>
                  </a:extLst>
                </p14:cNvPr>
                <p14:cNvContentPartPr/>
                <p14:nvPr/>
              </p14:nvContentPartPr>
              <p14:xfrm>
                <a:off x="5000419" y="3219165"/>
                <a:ext cx="11880" cy="104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0A9D850-32DA-5361-155F-0F6436697E3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996099" y="3214845"/>
                  <a:ext cx="20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0CCA60CF-5489-E960-2A24-5049C5CF393C}"/>
                    </a:ext>
                  </a:extLst>
                </p14:cNvPr>
                <p14:cNvContentPartPr/>
                <p14:nvPr/>
              </p14:nvContentPartPr>
              <p14:xfrm>
                <a:off x="5006179" y="3219165"/>
                <a:ext cx="16200" cy="216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0CCA60CF-5489-E960-2A24-5049C5CF393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001859" y="3214845"/>
                  <a:ext cx="24840" cy="30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2" name="TextBox 301">
            <a:extLst>
              <a:ext uri="{FF2B5EF4-FFF2-40B4-BE49-F238E27FC236}">
                <a16:creationId xmlns:a16="http://schemas.microsoft.com/office/drawing/2014/main" id="{813645FD-B354-F299-C22C-37B74C5CFA85}"/>
              </a:ext>
            </a:extLst>
          </p:cNvPr>
          <p:cNvSpPr txBox="1"/>
          <p:nvPr/>
        </p:nvSpPr>
        <p:spPr>
          <a:xfrm>
            <a:off x="3604251" y="3440133"/>
            <a:ext cx="2153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</a:rPr>
              <a:t>RiskSpatial</a:t>
            </a:r>
            <a:endParaRPr lang="en-CA" dirty="0">
              <a:solidFill>
                <a:schemeClr val="bg1"/>
              </a:solidFill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293A97E0-F35A-F3AE-F432-F3EB16141560}"/>
                  </a:ext>
                </a:extLst>
              </p14:cNvPr>
              <p14:cNvContentPartPr/>
              <p14:nvPr/>
            </p14:nvContentPartPr>
            <p14:xfrm>
              <a:off x="4162178" y="2562143"/>
              <a:ext cx="19440" cy="26208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293A97E0-F35A-F3AE-F432-F3EB16141560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157858" y="2557823"/>
                <a:ext cx="280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BE36576A-D1B8-C8A2-A231-DD566AC7F027}"/>
                  </a:ext>
                </a:extLst>
              </p14:cNvPr>
              <p14:cNvContentPartPr/>
              <p14:nvPr/>
            </p14:nvContentPartPr>
            <p14:xfrm>
              <a:off x="4171538" y="2543063"/>
              <a:ext cx="219600" cy="2880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BE36576A-D1B8-C8A2-A231-DD566AC7F027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4166858" y="2538383"/>
                <a:ext cx="2282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74DC2B10-DAEA-DA5E-217D-5A122B7EBB9E}"/>
                  </a:ext>
                </a:extLst>
              </p14:cNvPr>
              <p14:cNvContentPartPr/>
              <p14:nvPr/>
            </p14:nvContentPartPr>
            <p14:xfrm>
              <a:off x="4181224" y="2790450"/>
              <a:ext cx="240840" cy="3132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74DC2B10-DAEA-DA5E-217D-5A122B7EBB9E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176544" y="2785770"/>
                <a:ext cx="2494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28C3503E-3B9B-9700-4999-1A1700871A4C}"/>
                  </a:ext>
                </a:extLst>
              </p14:cNvPr>
              <p14:cNvContentPartPr/>
              <p14:nvPr/>
            </p14:nvContentPartPr>
            <p14:xfrm>
              <a:off x="4395424" y="2538090"/>
              <a:ext cx="21960" cy="24804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28C3503E-3B9B-9700-4999-1A1700871A4C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390744" y="2533410"/>
                <a:ext cx="3060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6EAFE4B3-0C6C-3413-CAD8-3DF083DA8656}"/>
                  </a:ext>
                </a:extLst>
              </p14:cNvPr>
              <p14:cNvContentPartPr/>
              <p14:nvPr/>
            </p14:nvContentPartPr>
            <p14:xfrm>
              <a:off x="4269784" y="2543130"/>
              <a:ext cx="123840" cy="6624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6EAFE4B3-0C6C-3413-CAD8-3DF083DA8656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265464" y="2538810"/>
                <a:ext cx="1324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787EE93A-41A9-A5E0-A6C7-6A7E022F43FE}"/>
                  </a:ext>
                </a:extLst>
              </p14:cNvPr>
              <p14:cNvContentPartPr/>
              <p14:nvPr/>
            </p14:nvContentPartPr>
            <p14:xfrm>
              <a:off x="4264744" y="2604690"/>
              <a:ext cx="73080" cy="4356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787EE93A-41A9-A5E0-A6C7-6A7E022F43FE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4246744" y="2586690"/>
                <a:ext cx="1087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F36385AF-AC1B-46B4-7462-919F92D928C0}"/>
                  </a:ext>
                </a:extLst>
              </p14:cNvPr>
              <p14:cNvContentPartPr/>
              <p14:nvPr/>
            </p14:nvContentPartPr>
            <p14:xfrm>
              <a:off x="4184824" y="2570850"/>
              <a:ext cx="217080" cy="23040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F36385AF-AC1B-46B4-7462-919F92D928C0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4167184" y="2553210"/>
                <a:ext cx="25272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2818EA37-4326-2DD2-9383-DD0EAB883C97}"/>
                  </a:ext>
                </a:extLst>
              </p14:cNvPr>
              <p14:cNvContentPartPr/>
              <p14:nvPr/>
            </p14:nvContentPartPr>
            <p14:xfrm>
              <a:off x="4381384" y="2564370"/>
              <a:ext cx="360" cy="36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2818EA37-4326-2DD2-9383-DD0EAB883C97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4363384" y="254673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1D44A0AE-37E1-6FD2-726F-FB025E58620F}"/>
                  </a:ext>
                </a:extLst>
              </p14:cNvPr>
              <p14:cNvContentPartPr/>
              <p14:nvPr/>
            </p14:nvContentPartPr>
            <p14:xfrm>
              <a:off x="4224784" y="2600010"/>
              <a:ext cx="182520" cy="17460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1D44A0AE-37E1-6FD2-726F-FB025E58620F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4207144" y="2582370"/>
                <a:ext cx="2181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027951D1-BE03-3330-F15F-7CF42178E74A}"/>
                  </a:ext>
                </a:extLst>
              </p14:cNvPr>
              <p14:cNvContentPartPr/>
              <p14:nvPr/>
            </p14:nvContentPartPr>
            <p14:xfrm>
              <a:off x="4262501" y="2717490"/>
              <a:ext cx="48600" cy="8892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027951D1-BE03-3330-F15F-7CF42178E74A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4244501" y="2699850"/>
                <a:ext cx="842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68D8DCDF-849E-B530-0EBB-648AB59ED4A7}"/>
                  </a:ext>
                </a:extLst>
              </p14:cNvPr>
              <p14:cNvContentPartPr/>
              <p14:nvPr/>
            </p14:nvContentPartPr>
            <p14:xfrm>
              <a:off x="4175381" y="2396730"/>
              <a:ext cx="227520" cy="14508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68D8DCDF-849E-B530-0EBB-648AB59ED4A7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4157381" y="2378730"/>
                <a:ext cx="26316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1800D3E5-B924-0E7F-E57E-31EEDB1F45F0}"/>
                  </a:ext>
                </a:extLst>
              </p14:cNvPr>
              <p14:cNvContentPartPr/>
              <p14:nvPr/>
            </p14:nvContentPartPr>
            <p14:xfrm>
              <a:off x="4252421" y="2459730"/>
              <a:ext cx="109440" cy="6732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1800D3E5-B924-0E7F-E57E-31EEDB1F45F0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4234421" y="2441730"/>
                <a:ext cx="145080" cy="10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7392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18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Cascadia Mono Light</vt:lpstr>
      <vt:lpstr>Fira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 Tanaka</dc:creator>
  <cp:lastModifiedBy>Robert Ilyes</cp:lastModifiedBy>
  <cp:revision>17</cp:revision>
  <dcterms:created xsi:type="dcterms:W3CDTF">2018-03-31T22:20:45Z</dcterms:created>
  <dcterms:modified xsi:type="dcterms:W3CDTF">2025-12-23T05:23:33Z</dcterms:modified>
</cp:coreProperties>
</file>